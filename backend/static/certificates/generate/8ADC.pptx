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embeddedFontLst>
    <p:embeddedFont>
      <p:font typeface="Playfair Display" panose="020F0502020204030204" pitchFamily="2" charset="0"/>
      <p:regular r:id="rId4"/>
      <p:bold r:id="rId5"/>
      <p:italic r:id="rId6"/>
      <p:boldItalic r:id="rId7"/>
    </p:embeddedFont>
    <p:embeddedFont>
      <p:font typeface="Plus Jakarta Sans" panose="020B0604020202020204" charset="0"/>
      <p:regular r:id="rId8"/>
      <p:bold r:id="rId9"/>
      <p:italic r:id="rId10"/>
      <p:boldItalic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  <p:embeddedFont>
      <p:font typeface="Source Sans Pro" panose="020B0503030403020204" pitchFamily="3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79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8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453b61031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453b61031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30150" tIns="30150" rIns="30150" bIns="301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1pPr>
            <a:lvl2pPr lvl="1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2pPr>
            <a:lvl3pPr lvl="2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3pPr>
            <a:lvl4pPr lvl="3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4pPr>
            <a:lvl5pPr lvl="4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5pPr>
            <a:lvl6pPr lvl="5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6pPr>
            <a:lvl7pPr lvl="6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7pPr>
            <a:lvl8pPr lvl="7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8pPr>
            <a:lvl9pPr lvl="8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1pPr>
            <a:lvl2pPr lvl="1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2pPr>
            <a:lvl3pPr lvl="2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3pPr>
            <a:lvl4pPr lvl="3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4pPr>
            <a:lvl5pPr lvl="4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5pPr>
            <a:lvl6pPr lvl="5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6pPr>
            <a:lvl7pPr lvl="6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7pPr>
            <a:lvl8pPr lvl="7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8pPr>
            <a:lvl9pPr lvl="8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1pPr>
            <a:lvl2pPr lvl="1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2pPr>
            <a:lvl3pPr lvl="2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3pPr>
            <a:lvl4pPr lvl="3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4pPr>
            <a:lvl5pPr lvl="4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5pPr>
            <a:lvl6pPr lvl="5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6pPr>
            <a:lvl7pPr lvl="6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7pPr>
            <a:lvl8pPr lvl="7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8pPr>
            <a:lvl9pPr lvl="8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54270">
              <a:spcBef>
                <a:spcPts val="0"/>
              </a:spcBef>
              <a:spcAft>
                <a:spcPts val="0"/>
              </a:spcAft>
              <a:buSzPts val="1979"/>
              <a:buChar char="●"/>
              <a:defRPr sz="1979"/>
            </a:lvl1pPr>
            <a:lvl2pPr marL="914400" lvl="1" indent="-327042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2pPr>
            <a:lvl3pPr marL="1371600" lvl="2" indent="-327041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3pPr>
            <a:lvl4pPr marL="1828800" lvl="3" indent="-327041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4pPr>
            <a:lvl5pPr marL="2286000" lvl="4" indent="-327041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5pPr>
            <a:lvl6pPr marL="2743200" lvl="5" indent="-327041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6pPr>
            <a:lvl7pPr marL="3200400" lvl="6" indent="-327041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7pPr>
            <a:lvl8pPr marL="3657600" lvl="7" indent="-327042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8pPr>
            <a:lvl9pPr marL="4114800" lvl="8" indent="-327042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1pPr>
            <a:lvl2pPr lvl="1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2pPr>
            <a:lvl3pPr lvl="2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3pPr>
            <a:lvl4pPr lvl="3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4pPr>
            <a:lvl5pPr lvl="4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5pPr>
            <a:lvl6pPr lvl="5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6pPr>
            <a:lvl7pPr lvl="6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7pPr>
            <a:lvl8pPr lvl="7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8pPr>
            <a:lvl9pPr lvl="8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27042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1pPr>
            <a:lvl2pPr marL="914400" lvl="1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2pPr>
            <a:lvl3pPr marL="1371600" lvl="2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3pPr>
            <a:lvl4pPr marL="1828800" lvl="3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4pPr>
            <a:lvl5pPr marL="2286000" lvl="4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5pPr>
            <a:lvl6pPr marL="2743200" lvl="5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6pPr>
            <a:lvl7pPr marL="3200400" lvl="6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7pPr>
            <a:lvl8pPr marL="3657600" lvl="7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8pPr>
            <a:lvl9pPr marL="4114800" lvl="8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27042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1pPr>
            <a:lvl2pPr marL="914400" lvl="1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2pPr>
            <a:lvl3pPr marL="1371600" lvl="2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3pPr>
            <a:lvl4pPr marL="1828800" lvl="3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4pPr>
            <a:lvl5pPr marL="2286000" lvl="4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5pPr>
            <a:lvl6pPr marL="2743200" lvl="5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6pPr>
            <a:lvl7pPr marL="3200400" lvl="6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7pPr>
            <a:lvl8pPr marL="3657600" lvl="7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8pPr>
            <a:lvl9pPr marL="4114800" lvl="8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1pPr>
            <a:lvl2pPr lvl="1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2pPr>
            <a:lvl3pPr lvl="2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3pPr>
            <a:lvl4pPr lvl="3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4pPr>
            <a:lvl5pPr lvl="4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5pPr>
            <a:lvl6pPr lvl="5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6pPr>
            <a:lvl7pPr lvl="6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7pPr>
            <a:lvl8pPr lvl="7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8pPr>
            <a:lvl9pPr lvl="8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30150" tIns="30150" rIns="30150" bIns="301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1pPr>
            <a:lvl2pPr lvl="1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2pPr>
            <a:lvl3pPr lvl="2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3pPr>
            <a:lvl4pPr lvl="3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4pPr>
            <a:lvl5pPr lvl="4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5pPr>
            <a:lvl6pPr lvl="5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6pPr>
            <a:lvl7pPr lvl="6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7pPr>
            <a:lvl8pPr lvl="7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8pPr>
            <a:lvl9pPr lvl="8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1pPr>
            <a:lvl2pPr marL="914400" lvl="1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2pPr>
            <a:lvl3pPr marL="1371600" lvl="2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3pPr>
            <a:lvl4pPr marL="1828800" lvl="3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4pPr>
            <a:lvl5pPr marL="2286000" lvl="4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5pPr>
            <a:lvl6pPr marL="2743200" lvl="5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6pPr>
            <a:lvl7pPr marL="3200400" lvl="6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7pPr>
            <a:lvl8pPr marL="3657600" lvl="7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8pPr>
            <a:lvl9pPr marL="4114800" lvl="8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1pPr>
            <a:lvl2pPr lvl="1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2pPr>
            <a:lvl3pPr lvl="2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3pPr>
            <a:lvl4pPr lvl="3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4pPr>
            <a:lvl5pPr lvl="4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5pPr>
            <a:lvl6pPr lvl="5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6pPr>
            <a:lvl7pPr lvl="6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7pPr>
            <a:lvl8pPr lvl="7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8pPr>
            <a:lvl9pPr lvl="8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1250" tIns="101250" rIns="101250" bIns="101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30150" tIns="30150" rIns="30150" bIns="301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1pPr>
            <a:lvl2pPr lvl="1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2pPr>
            <a:lvl3pPr lvl="2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3pPr>
            <a:lvl4pPr lvl="3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4pPr>
            <a:lvl5pPr lvl="4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5pPr>
            <a:lvl6pPr lvl="5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6pPr>
            <a:lvl7pPr lvl="6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7pPr>
            <a:lvl8pPr lvl="7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8pPr>
            <a:lvl9pPr lvl="8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marL="457200" lvl="0" indent="-354270">
              <a:spcBef>
                <a:spcPts val="0"/>
              </a:spcBef>
              <a:spcAft>
                <a:spcPts val="0"/>
              </a:spcAft>
              <a:buSzPts val="1979"/>
              <a:buChar char="●"/>
              <a:defRPr sz="1979"/>
            </a:lvl1pPr>
            <a:lvl2pPr marL="914400" lvl="1" indent="-327042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2pPr>
            <a:lvl3pPr marL="1371600" lvl="2" indent="-327041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3pPr>
            <a:lvl4pPr marL="1828800" lvl="3" indent="-327041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4pPr>
            <a:lvl5pPr marL="2286000" lvl="4" indent="-327041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5pPr>
            <a:lvl6pPr marL="2743200" lvl="5" indent="-327041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6pPr>
            <a:lvl7pPr marL="3200400" lvl="6" indent="-327041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7pPr>
            <a:lvl8pPr marL="3657600" lvl="7" indent="-327042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8pPr>
            <a:lvl9pPr marL="4114800" lvl="8" indent="-327042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9"/>
              <a:buNone/>
              <a:defRPr sz="1979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30150" tIns="30150" rIns="30150" bIns="301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1pPr>
            <a:lvl2pPr lvl="1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2pPr>
            <a:lvl3pPr lvl="2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3pPr>
            <a:lvl4pPr lvl="3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4pPr>
            <a:lvl5pPr lvl="4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5pPr>
            <a:lvl6pPr lvl="5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6pPr>
            <a:lvl7pPr lvl="6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7pPr>
            <a:lvl8pPr lvl="7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8pPr>
            <a:lvl9pPr lvl="8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54270" algn="ctr">
              <a:spcBef>
                <a:spcPts val="0"/>
              </a:spcBef>
              <a:spcAft>
                <a:spcPts val="0"/>
              </a:spcAft>
              <a:buSzPts val="1979"/>
              <a:buChar char="●"/>
              <a:defRPr sz="1979"/>
            </a:lvl1pPr>
            <a:lvl2pPr marL="914400" lvl="1" indent="-327042" algn="ctr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2pPr>
            <a:lvl3pPr marL="1371600" lvl="2" indent="-327041" algn="ctr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3pPr>
            <a:lvl4pPr marL="1828800" lvl="3" indent="-327041" algn="ctr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4pPr>
            <a:lvl5pPr marL="2286000" lvl="4" indent="-327041" algn="ctr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5pPr>
            <a:lvl6pPr marL="2743200" lvl="5" indent="-327041" algn="ctr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6pPr>
            <a:lvl7pPr marL="3200400" lvl="6" indent="-327041" algn="ctr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7pPr>
            <a:lvl8pPr marL="3657600" lvl="7" indent="-327042" algn="ctr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8pPr>
            <a:lvl9pPr marL="4114800" lvl="8" indent="-327042" algn="ctr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250" tIns="101250" rIns="101250" bIns="1012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250" tIns="101250" rIns="101250" bIns="101250" anchor="t" anchorCtr="0">
            <a:normAutofit/>
          </a:bodyPr>
          <a:lstStyle>
            <a:lvl1pPr marL="457200" lvl="0" indent="-35427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79"/>
              <a:buChar char="●"/>
              <a:defRPr sz="1979">
                <a:solidFill>
                  <a:schemeClr val="dk2"/>
                </a:solidFill>
              </a:defRPr>
            </a:lvl1pPr>
            <a:lvl2pPr marL="914400" lvl="1" indent="-32704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○"/>
              <a:defRPr sz="1550">
                <a:solidFill>
                  <a:schemeClr val="dk2"/>
                </a:solidFill>
              </a:defRPr>
            </a:lvl2pPr>
            <a:lvl3pPr marL="1371600" lvl="2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■"/>
              <a:defRPr sz="1550">
                <a:solidFill>
                  <a:schemeClr val="dk2"/>
                </a:solidFill>
              </a:defRPr>
            </a:lvl3pPr>
            <a:lvl4pPr marL="1828800" lvl="3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●"/>
              <a:defRPr sz="1550">
                <a:solidFill>
                  <a:schemeClr val="dk2"/>
                </a:solidFill>
              </a:defRPr>
            </a:lvl4pPr>
            <a:lvl5pPr marL="2286000" lvl="4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○"/>
              <a:defRPr sz="1550">
                <a:solidFill>
                  <a:schemeClr val="dk2"/>
                </a:solidFill>
              </a:defRPr>
            </a:lvl5pPr>
            <a:lvl6pPr marL="2743200" lvl="5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■"/>
              <a:defRPr sz="1550">
                <a:solidFill>
                  <a:schemeClr val="dk2"/>
                </a:solidFill>
              </a:defRPr>
            </a:lvl6pPr>
            <a:lvl7pPr marL="3200400" lvl="6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●"/>
              <a:defRPr sz="1550">
                <a:solidFill>
                  <a:schemeClr val="dk2"/>
                </a:solidFill>
              </a:defRPr>
            </a:lvl7pPr>
            <a:lvl8pPr marL="3657600" lvl="7" indent="-32704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○"/>
              <a:defRPr sz="1550">
                <a:solidFill>
                  <a:schemeClr val="dk2"/>
                </a:solidFill>
              </a:defRPr>
            </a:lvl8pPr>
            <a:lvl9pPr marL="4114800" lvl="8" indent="-32704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■"/>
              <a:defRPr sz="155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250" tIns="101250" rIns="101250" bIns="101250" anchor="ctr" anchorCtr="0">
            <a:normAutofit/>
          </a:bodyPr>
          <a:lstStyle>
            <a:lvl1pPr lvl="0" algn="r">
              <a:buNone/>
              <a:defRPr sz="1121">
                <a:solidFill>
                  <a:schemeClr val="dk2"/>
                </a:solidFill>
              </a:defRPr>
            </a:lvl1pPr>
            <a:lvl2pPr lvl="1" algn="r">
              <a:buNone/>
              <a:defRPr sz="1121">
                <a:solidFill>
                  <a:schemeClr val="dk2"/>
                </a:solidFill>
              </a:defRPr>
            </a:lvl2pPr>
            <a:lvl3pPr lvl="2" algn="r">
              <a:buNone/>
              <a:defRPr sz="1121">
                <a:solidFill>
                  <a:schemeClr val="dk2"/>
                </a:solidFill>
              </a:defRPr>
            </a:lvl3pPr>
            <a:lvl4pPr lvl="3" algn="r">
              <a:buNone/>
              <a:defRPr sz="1121">
                <a:solidFill>
                  <a:schemeClr val="dk2"/>
                </a:solidFill>
              </a:defRPr>
            </a:lvl4pPr>
            <a:lvl5pPr lvl="4" algn="r">
              <a:buNone/>
              <a:defRPr sz="1121">
                <a:solidFill>
                  <a:schemeClr val="dk2"/>
                </a:solidFill>
              </a:defRPr>
            </a:lvl5pPr>
            <a:lvl6pPr lvl="5" algn="r">
              <a:buNone/>
              <a:defRPr sz="1121">
                <a:solidFill>
                  <a:schemeClr val="dk2"/>
                </a:solidFill>
              </a:defRPr>
            </a:lvl6pPr>
            <a:lvl7pPr lvl="6" algn="r">
              <a:buNone/>
              <a:defRPr sz="1121">
                <a:solidFill>
                  <a:schemeClr val="dk2"/>
                </a:solidFill>
              </a:defRPr>
            </a:lvl7pPr>
            <a:lvl8pPr lvl="7" algn="r">
              <a:buNone/>
              <a:defRPr sz="1121">
                <a:solidFill>
                  <a:schemeClr val="dk2"/>
                </a:solidFill>
              </a:defRPr>
            </a:lvl8pPr>
            <a:lvl9pPr lvl="8" algn="r">
              <a:buNone/>
              <a:defRPr sz="112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523"/>
            <a:ext cx="9194006" cy="6857724"/>
            <a:chOff x="0" y="0"/>
            <a:chExt cx="28289249" cy="19987538"/>
          </a:xfrm>
        </p:grpSpPr>
        <p:pic>
          <p:nvPicPr>
            <p:cNvPr id="55" name="Google Shape;5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28289249" cy="19987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13"/>
            <p:cNvSpPr/>
            <p:nvPr/>
          </p:nvSpPr>
          <p:spPr>
            <a:xfrm>
              <a:off x="1249425" y="10429875"/>
              <a:ext cx="20809200" cy="214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0150" tIns="30150" rIns="30150" bIns="3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62"/>
            </a:p>
          </p:txBody>
        </p:sp>
      </p:grpSp>
      <p:sp>
        <p:nvSpPr>
          <p:cNvPr id="57" name="Google Shape;57;p13"/>
          <p:cNvSpPr txBox="1"/>
          <p:nvPr/>
        </p:nvSpPr>
        <p:spPr>
          <a:xfrm>
            <a:off x="-25" y="3747574"/>
            <a:ext cx="9195300" cy="114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150" tIns="30150" rIns="30150" bIns="3015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Has Successfully </a:t>
            </a:r>
            <a:r>
              <a:rPr lang="en-ID" dirty="0">
                <a:latin typeface="Poppins"/>
                <a:ea typeface="Poppins"/>
                <a:cs typeface="Poppins"/>
                <a:sym typeface="Poppins"/>
              </a:rPr>
              <a:t>Participated in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/>
                <a:latin typeface="Poppins"/>
                <a:ea typeface="Poppins"/>
                <a:cs typeface="Poppins"/>
                <a:sym typeface="Poppins"/>
              </a:rPr>
              <a:t>Trial Bootcamp Data Science &amp; AI - Intelligo ID</a:t>
            </a:r>
            <a:endParaRPr sz="2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/>
                <a:latin typeface="Poppins"/>
                <a:ea typeface="Poppins"/>
                <a:cs typeface="Poppins"/>
                <a:sym typeface="Poppins"/>
              </a:rPr>
              <a:t>held from 23 to 27 October 2025</a:t>
            </a: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202035" y="6341069"/>
            <a:ext cx="2678100" cy="230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150" tIns="30150" rIns="30150" bIns="301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Certificate ID	: INT-TBDSAI-0426-8ADC</a:t>
            </a:r>
            <a:endParaRPr sz="11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50109" y="1445626"/>
            <a:ext cx="4363500" cy="532800"/>
          </a:xfrm>
          <a:prstGeom prst="rect">
            <a:avLst/>
          </a:prstGeom>
          <a:solidFill>
            <a:srgbClr val="FF4500"/>
          </a:solidFill>
          <a:ln w="3150" cap="flat" cmpd="sng">
            <a:solidFill>
              <a:srgbClr val="FF4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150" tIns="30150" rIns="30150" bIns="30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62"/>
          </a:p>
        </p:txBody>
      </p:sp>
      <p:sp>
        <p:nvSpPr>
          <p:cNvPr id="60" name="Google Shape;60;p13"/>
          <p:cNvSpPr txBox="1"/>
          <p:nvPr/>
        </p:nvSpPr>
        <p:spPr>
          <a:xfrm>
            <a:off x="465956" y="1445626"/>
            <a:ext cx="55734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150" tIns="30150" rIns="30150" bIns="30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66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F   PARTICIPANT</a:t>
            </a:r>
            <a:endParaRPr sz="3166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293810" y="3429000"/>
            <a:ext cx="8797200" cy="0"/>
          </a:xfrm>
          <a:prstGeom prst="straightConnector1">
            <a:avLst/>
          </a:prstGeom>
          <a:noFill/>
          <a:ln w="7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Google Shape;62;p13"/>
          <p:cNvCxnSpPr/>
          <p:nvPr/>
        </p:nvCxnSpPr>
        <p:spPr>
          <a:xfrm rot="10800000" flipH="1">
            <a:off x="315135" y="3511484"/>
            <a:ext cx="8565000" cy="32100"/>
          </a:xfrm>
          <a:prstGeom prst="straightConnector1">
            <a:avLst/>
          </a:prstGeom>
          <a:noFill/>
          <a:ln w="37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Google Shape;63;p13"/>
          <p:cNvSpPr txBox="1"/>
          <p:nvPr/>
        </p:nvSpPr>
        <p:spPr>
          <a:xfrm>
            <a:off x="-16" y="2792300"/>
            <a:ext cx="91953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150" tIns="30150" rIns="30150" bIns="301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Mukhamad Alyasyi Thobiq</a:t>
            </a:r>
            <a:endParaRPr sz="3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64" name="Google Shape;64;p13" title="Intelligo.Id_Main Logo Ver.jpg"/>
          <p:cNvPicPr preferRelativeResize="0"/>
          <p:nvPr/>
        </p:nvPicPr>
        <p:blipFill rotWithShape="1">
          <a:blip r:embed="rId4">
            <a:alphaModFix/>
          </a:blip>
          <a:srcRect l="29680" t="34342" r="30679" b="32989"/>
          <a:stretch/>
        </p:blipFill>
        <p:spPr>
          <a:xfrm>
            <a:off x="7667375" y="1829075"/>
            <a:ext cx="1067827" cy="8800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>
            <a:off x="362975" y="6010500"/>
            <a:ext cx="2322000" cy="7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3252475" y="5961475"/>
            <a:ext cx="2322000" cy="7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362975" y="5320775"/>
            <a:ext cx="5211600" cy="7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" name="Google Shape;68;p13"/>
          <p:cNvCxnSpPr/>
          <p:nvPr/>
        </p:nvCxnSpPr>
        <p:spPr>
          <a:xfrm>
            <a:off x="442425" y="6102425"/>
            <a:ext cx="18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3" title="TTD - MUHAMMAD FAHM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425" y="5590587"/>
            <a:ext cx="931375" cy="4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350100" y="6102425"/>
            <a:ext cx="189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Muhammad Fahmi</a:t>
            </a:r>
            <a:endParaRPr sz="1200" b="1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Head of Learning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(4:3)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Playfair Display</vt:lpstr>
      <vt:lpstr>Poppins</vt:lpstr>
      <vt:lpstr>Plus Jakarta Sans</vt:lpstr>
      <vt:lpstr>Source Sans Pro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Fahira Waviv</cp:lastModifiedBy>
  <cp:revision>1</cp:revision>
  <dcterms:modified xsi:type="dcterms:W3CDTF">2026-04-03T13:48:29Z</dcterms:modified>
</cp:coreProperties>
</file>