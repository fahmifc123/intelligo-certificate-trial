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2000" cy="7560000" type="screen4x3"/>
  <p:notesSz cx="6858000" cy="9144000"/>
  <p:embeddedFontLst>
    <p:embeddedFont>
      <p:font typeface="Playfair Display" panose="00000500000000000000" pitchFamily="2" charset="0"/>
      <p:regular r:id="rId4"/>
      <p:bold r:id="rId5"/>
      <p:italic r:id="rId6"/>
      <p:boldItalic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Source Sans Pro" panose="020B0503030403020204" pitchFamily="3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7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8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453b61031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453b61031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1pPr>
            <a:lvl2pPr lvl="1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2pPr>
            <a:lvl3pPr lvl="2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3pPr>
            <a:lvl4pPr lvl="3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4pPr>
            <a:lvl5pPr lvl="4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5pPr>
            <a:lvl6pPr lvl="5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6pPr>
            <a:lvl7pPr lvl="6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7pPr>
            <a:lvl8pPr lvl="7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8pPr>
            <a:lvl9pPr lvl="8" algn="ctr">
              <a:spcBef>
                <a:spcPts val="0"/>
              </a:spcBef>
              <a:spcAft>
                <a:spcPts val="0"/>
              </a:spcAft>
              <a:buSzPts val="5772"/>
              <a:buNone/>
              <a:defRPr sz="577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1pPr>
            <a:lvl2pPr lvl="1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2pPr>
            <a:lvl3pPr lvl="2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3pPr>
            <a:lvl4pPr lvl="3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4pPr>
            <a:lvl5pPr lvl="4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5pPr>
            <a:lvl6pPr lvl="5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6pPr>
            <a:lvl7pPr lvl="6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7pPr>
            <a:lvl8pPr lvl="7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8pPr>
            <a:lvl9pPr lvl="8" algn="ctr">
              <a:spcBef>
                <a:spcPts val="0"/>
              </a:spcBef>
              <a:spcAft>
                <a:spcPts val="0"/>
              </a:spcAft>
              <a:buSzPts val="3991"/>
              <a:buNone/>
              <a:defRPr sz="399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54270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27042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27042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1pPr>
            <a:lvl2pPr lvl="1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2pPr>
            <a:lvl3pPr lvl="2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3pPr>
            <a:lvl4pPr lvl="3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4pPr>
            <a:lvl5pPr lvl="4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5pPr>
            <a:lvl6pPr lvl="5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6pPr>
            <a:lvl7pPr lvl="6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7pPr>
            <a:lvl8pPr lvl="7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8pPr>
            <a:lvl9pPr lvl="8">
              <a:spcBef>
                <a:spcPts val="0"/>
              </a:spcBef>
              <a:spcAft>
                <a:spcPts val="0"/>
              </a:spcAft>
              <a:buSzPts val="3101"/>
              <a:buNone/>
              <a:defRPr sz="310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1pPr>
            <a:lvl2pPr lvl="1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2pPr>
            <a:lvl3pPr lvl="2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3pPr>
            <a:lvl4pPr lvl="3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4pPr>
            <a:lvl5pPr lvl="4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5pPr>
            <a:lvl6pPr lvl="5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6pPr>
            <a:lvl7pPr lvl="6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7pPr>
            <a:lvl8pPr lvl="7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8pPr>
            <a:lvl9pPr lvl="8">
              <a:spcBef>
                <a:spcPts val="0"/>
              </a:spcBef>
              <a:spcAft>
                <a:spcPts val="0"/>
              </a:spcAft>
              <a:buSzPts val="2672"/>
              <a:buNone/>
              <a:defRPr sz="2672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1pPr>
            <a:lvl2pPr marL="914400" lvl="1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2pPr>
            <a:lvl3pPr marL="1371600" lvl="2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3pPr>
            <a:lvl4pPr marL="1828800" lvl="3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4pPr>
            <a:lvl5pPr marL="2286000" lvl="4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5pPr>
            <a:lvl6pPr marL="2743200" lvl="5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6pPr>
            <a:lvl7pPr marL="3200400" lvl="6" indent="-312380">
              <a:spcBef>
                <a:spcPts val="0"/>
              </a:spcBef>
              <a:spcAft>
                <a:spcPts val="0"/>
              </a:spcAft>
              <a:buSzPts val="1319"/>
              <a:buChar char="●"/>
              <a:defRPr sz="1319"/>
            </a:lvl7pPr>
            <a:lvl8pPr marL="3657600" lvl="7" indent="-312380">
              <a:spcBef>
                <a:spcPts val="0"/>
              </a:spcBef>
              <a:spcAft>
                <a:spcPts val="0"/>
              </a:spcAft>
              <a:buSzPts val="1319"/>
              <a:buChar char="○"/>
              <a:defRPr sz="1319"/>
            </a:lvl8pPr>
            <a:lvl9pPr marL="4114800" lvl="8" indent="-312380">
              <a:spcBef>
                <a:spcPts val="0"/>
              </a:spcBef>
              <a:spcAft>
                <a:spcPts val="0"/>
              </a:spcAft>
              <a:buSzPts val="1319"/>
              <a:buChar char="■"/>
              <a:defRPr sz="1319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1pPr>
            <a:lvl2pPr lvl="1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2pPr>
            <a:lvl3pPr lvl="2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3pPr>
            <a:lvl4pPr lvl="3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4pPr>
            <a:lvl5pPr lvl="4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5pPr>
            <a:lvl6pPr lvl="5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6pPr>
            <a:lvl7pPr lvl="6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7pPr>
            <a:lvl8pPr lvl="7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8pPr>
            <a:lvl9pPr lvl="8">
              <a:spcBef>
                <a:spcPts val="0"/>
              </a:spcBef>
              <a:spcAft>
                <a:spcPts val="0"/>
              </a:spcAft>
              <a:buSzPts val="5310"/>
              <a:buNone/>
              <a:defRPr sz="531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1250" tIns="101250" rIns="101250" bIns="1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1pPr>
            <a:lvl2pPr lvl="1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2pPr>
            <a:lvl3pPr lvl="2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3pPr>
            <a:lvl4pPr lvl="3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4pPr>
            <a:lvl5pPr lvl="4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5pPr>
            <a:lvl6pPr lvl="5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6pPr>
            <a:lvl7pPr lvl="6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7pPr>
            <a:lvl8pPr lvl="7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8pPr>
            <a:lvl9pPr lvl="8" algn="ctr">
              <a:spcBef>
                <a:spcPts val="0"/>
              </a:spcBef>
              <a:spcAft>
                <a:spcPts val="0"/>
              </a:spcAft>
              <a:buSzPts val="4651"/>
              <a:buNone/>
              <a:defRPr sz="465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2"/>
              <a:buNone/>
              <a:defRPr sz="2342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marL="457200" lvl="0" indent="-354270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9"/>
              <a:buNone/>
              <a:defRPr sz="1979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30150" tIns="30150" rIns="30150" bIns="30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1pPr>
            <a:lvl2pPr lvl="1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2pPr>
            <a:lvl3pPr lvl="2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3pPr>
            <a:lvl4pPr lvl="3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4pPr>
            <a:lvl5pPr lvl="4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5pPr>
            <a:lvl6pPr lvl="5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6pPr>
            <a:lvl7pPr lvl="6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7pPr>
            <a:lvl8pPr lvl="7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8pPr>
            <a:lvl9pPr lvl="8" algn="ctr">
              <a:spcBef>
                <a:spcPts val="0"/>
              </a:spcBef>
              <a:spcAft>
                <a:spcPts val="0"/>
              </a:spcAft>
              <a:buSzPts val="13293"/>
              <a:buNone/>
              <a:defRPr sz="1329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30150" tIns="30150" rIns="30150" bIns="30150" anchor="t" anchorCtr="0">
            <a:normAutofit/>
          </a:bodyPr>
          <a:lstStyle>
            <a:lvl1pPr marL="457200" lvl="0" indent="-354270" algn="ctr">
              <a:spcBef>
                <a:spcPts val="0"/>
              </a:spcBef>
              <a:spcAft>
                <a:spcPts val="0"/>
              </a:spcAft>
              <a:buSzPts val="1979"/>
              <a:buChar char="●"/>
              <a:defRPr sz="1979"/>
            </a:lvl1pPr>
            <a:lvl2pPr marL="914400" lvl="1" indent="-327042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2pPr>
            <a:lvl3pPr marL="1371600" lvl="2" indent="-327041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3pPr>
            <a:lvl4pPr marL="1828800" lvl="3" indent="-327041" algn="ctr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4pPr>
            <a:lvl5pPr marL="2286000" lvl="4" indent="-327041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5pPr>
            <a:lvl6pPr marL="2743200" lvl="5" indent="-327041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6pPr>
            <a:lvl7pPr marL="3200400" lvl="6" indent="-327041" algn="ctr">
              <a:spcBef>
                <a:spcPts val="0"/>
              </a:spcBef>
              <a:spcAft>
                <a:spcPts val="0"/>
              </a:spcAft>
              <a:buSzPts val="1550"/>
              <a:buChar char="●"/>
              <a:defRPr sz="1550"/>
            </a:lvl7pPr>
            <a:lvl8pPr marL="3657600" lvl="7" indent="-327042" algn="ctr">
              <a:spcBef>
                <a:spcPts val="0"/>
              </a:spcBef>
              <a:spcAft>
                <a:spcPts val="0"/>
              </a:spcAft>
              <a:buSzPts val="1550"/>
              <a:buChar char="○"/>
              <a:defRPr sz="1550"/>
            </a:lvl8pPr>
            <a:lvl9pPr marL="4114800" lvl="8" indent="-327042" algn="ctr">
              <a:spcBef>
                <a:spcPts val="0"/>
              </a:spcBef>
              <a:spcAft>
                <a:spcPts val="0"/>
              </a:spcAft>
              <a:buSzPts val="1550"/>
              <a:buChar char="■"/>
              <a:defRPr sz="155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30150" tIns="30150" rIns="30150" bIns="30150" anchor="ctr" anchorCtr="0">
            <a:normAutofit/>
          </a:bodyPr>
          <a:lstStyle>
            <a:lvl1pPr lvl="0">
              <a:buNone/>
              <a:defRPr sz="1121"/>
            </a:lvl1pPr>
            <a:lvl2pPr lvl="1">
              <a:buNone/>
              <a:defRPr sz="1121"/>
            </a:lvl2pPr>
            <a:lvl3pPr lvl="2">
              <a:buNone/>
              <a:defRPr sz="1121"/>
            </a:lvl3pPr>
            <a:lvl4pPr lvl="3">
              <a:buNone/>
              <a:defRPr sz="1121"/>
            </a:lvl4pPr>
            <a:lvl5pPr lvl="4">
              <a:buNone/>
              <a:defRPr sz="1121"/>
            </a:lvl5pPr>
            <a:lvl6pPr lvl="5">
              <a:buNone/>
              <a:defRPr sz="1121"/>
            </a:lvl6pPr>
            <a:lvl7pPr lvl="6">
              <a:buNone/>
              <a:defRPr sz="1121"/>
            </a:lvl7pPr>
            <a:lvl8pPr lvl="7">
              <a:buNone/>
              <a:defRPr sz="1121"/>
            </a:lvl8pPr>
            <a:lvl9pPr lvl="8">
              <a:buNone/>
              <a:defRPr sz="112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1"/>
              <a:buNone/>
              <a:defRPr sz="310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t" anchorCtr="0">
            <a:normAutofit/>
          </a:bodyPr>
          <a:lstStyle>
            <a:lvl1pPr marL="457200" lvl="0" indent="-35427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79"/>
              <a:buChar char="●"/>
              <a:defRPr sz="1979">
                <a:solidFill>
                  <a:schemeClr val="dk2"/>
                </a:solidFill>
              </a:defRPr>
            </a:lvl1pPr>
            <a:lvl2pPr marL="914400" lvl="1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2pPr>
            <a:lvl3pPr marL="1371600" lvl="2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3pPr>
            <a:lvl4pPr marL="1828800" lvl="3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●"/>
              <a:defRPr sz="1550">
                <a:solidFill>
                  <a:schemeClr val="dk2"/>
                </a:solidFill>
              </a:defRPr>
            </a:lvl4pPr>
            <a:lvl5pPr marL="2286000" lvl="4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5pPr>
            <a:lvl6pPr marL="2743200" lvl="5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6pPr>
            <a:lvl7pPr marL="3200400" lvl="6" indent="-3270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●"/>
              <a:defRPr sz="1550">
                <a:solidFill>
                  <a:schemeClr val="dk2"/>
                </a:solidFill>
              </a:defRPr>
            </a:lvl7pPr>
            <a:lvl8pPr marL="3657600" lvl="7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○"/>
              <a:defRPr sz="1550">
                <a:solidFill>
                  <a:schemeClr val="dk2"/>
                </a:solidFill>
              </a:defRPr>
            </a:lvl8pPr>
            <a:lvl9pPr marL="4114800" lvl="8" indent="-32704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Char char="■"/>
              <a:defRPr sz="15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250" tIns="101250" rIns="101250" bIns="101250" anchor="ctr" anchorCtr="0">
            <a:normAutofit/>
          </a:bodyPr>
          <a:lstStyle>
            <a:lvl1pPr lvl="0" algn="r">
              <a:buNone/>
              <a:defRPr sz="1121">
                <a:solidFill>
                  <a:schemeClr val="dk2"/>
                </a:solidFill>
              </a:defRPr>
            </a:lvl1pPr>
            <a:lvl2pPr lvl="1" algn="r">
              <a:buNone/>
              <a:defRPr sz="1121">
                <a:solidFill>
                  <a:schemeClr val="dk2"/>
                </a:solidFill>
              </a:defRPr>
            </a:lvl2pPr>
            <a:lvl3pPr lvl="2" algn="r">
              <a:buNone/>
              <a:defRPr sz="1121">
                <a:solidFill>
                  <a:schemeClr val="dk2"/>
                </a:solidFill>
              </a:defRPr>
            </a:lvl3pPr>
            <a:lvl4pPr lvl="3" algn="r">
              <a:buNone/>
              <a:defRPr sz="1121">
                <a:solidFill>
                  <a:schemeClr val="dk2"/>
                </a:solidFill>
              </a:defRPr>
            </a:lvl4pPr>
            <a:lvl5pPr lvl="4" algn="r">
              <a:buNone/>
              <a:defRPr sz="1121">
                <a:solidFill>
                  <a:schemeClr val="dk2"/>
                </a:solidFill>
              </a:defRPr>
            </a:lvl5pPr>
            <a:lvl6pPr lvl="5" algn="r">
              <a:buNone/>
              <a:defRPr sz="1121">
                <a:solidFill>
                  <a:schemeClr val="dk2"/>
                </a:solidFill>
              </a:defRPr>
            </a:lvl6pPr>
            <a:lvl7pPr lvl="6" algn="r">
              <a:buNone/>
              <a:defRPr sz="1121">
                <a:solidFill>
                  <a:schemeClr val="dk2"/>
                </a:solidFill>
              </a:defRPr>
            </a:lvl7pPr>
            <a:lvl8pPr lvl="7" algn="r">
              <a:buNone/>
              <a:defRPr sz="1121">
                <a:solidFill>
                  <a:schemeClr val="dk2"/>
                </a:solidFill>
              </a:defRPr>
            </a:lvl8pPr>
            <a:lvl9pPr lvl="8" algn="r">
              <a:buNone/>
              <a:defRPr sz="112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29235" y="0"/>
            <a:ext cx="10750471" cy="7559695"/>
            <a:chOff x="-76932" y="-804"/>
            <a:chExt cx="28289249" cy="19987538"/>
          </a:xfrm>
        </p:grpSpPr>
        <p:pic>
          <p:nvPicPr>
            <p:cNvPr id="55" name="Google Shape;5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76932" y="-804"/>
              <a:ext cx="28289249" cy="19987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/>
            <p:nvPr/>
          </p:nvSpPr>
          <p:spPr>
            <a:xfrm>
              <a:off x="1249425" y="10429875"/>
              <a:ext cx="20809200" cy="214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0150" tIns="30150" rIns="30150" bIns="30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62"/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-29" y="4131183"/>
            <a:ext cx="10751984" cy="126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Has Successfully </a:t>
            </a:r>
            <a:r>
              <a:rPr lang="en-ID" dirty="0">
                <a:latin typeface="Poppins"/>
                <a:ea typeface="Poppins"/>
                <a:cs typeface="Poppins"/>
                <a:sym typeface="Poppins"/>
              </a:rPr>
              <a:t>Participated in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Poppins"/>
                <a:ea typeface="Poppins"/>
                <a:cs typeface="Poppins"/>
                <a:sym typeface="Poppins"/>
              </a:rPr>
              <a:t>{{JUDUL}}</a:t>
            </a:r>
            <a:endParaRPr sz="2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Poppins"/>
                <a:ea typeface="Poppins"/>
                <a:cs typeface="Poppins"/>
                <a:sym typeface="Poppins"/>
              </a:rPr>
              <a:t>held from {{PELAKSANAAN}}</a:t>
            </a: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51985" y="6990154"/>
            <a:ext cx="3131479" cy="2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Certificate ID	: {{id}}</a:t>
            </a:r>
            <a:endParaRPr sz="11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343549" y="3780000"/>
            <a:ext cx="10286489" cy="0"/>
          </a:xfrm>
          <a:prstGeom prst="straightConnector1">
            <a:avLst/>
          </a:prstGeom>
          <a:noFill/>
          <a:ln w="7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 rot="10800000" flipH="1">
            <a:off x="368484" y="3870927"/>
            <a:ext cx="10014980" cy="35385"/>
          </a:xfrm>
          <a:prstGeom prst="straightConnector1">
            <a:avLst/>
          </a:prstGeom>
          <a:noFill/>
          <a:ln w="37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3"/>
          <p:cNvSpPr txBox="1"/>
          <p:nvPr/>
        </p:nvSpPr>
        <p:spPr>
          <a:xfrm>
            <a:off x="-18" y="3078125"/>
            <a:ext cx="10751984" cy="6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150" tIns="30150" rIns="30150" bIns="301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200" b="1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{{NAMA}}</a:t>
            </a:r>
            <a:endParaRPr sz="3200" b="1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424423" y="6625748"/>
            <a:ext cx="2715094" cy="7765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3803090" y="6571704"/>
            <a:ext cx="2715094" cy="7765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424423" y="5865421"/>
            <a:ext cx="6093878" cy="7765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" name="Google Shape;68;p13"/>
          <p:cNvCxnSpPr/>
          <p:nvPr/>
        </p:nvCxnSpPr>
        <p:spPr>
          <a:xfrm>
            <a:off x="517323" y="6727082"/>
            <a:ext cx="211033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" name="Google Shape;69;p13" title="TTD - MUHAMMAD FAHM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23" y="6162851"/>
            <a:ext cx="1089048" cy="53866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409368" y="6727082"/>
            <a:ext cx="2218379" cy="61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Muhammad Fahmi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Head of Learning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</Words>
  <Application>Microsoft Office PowerPoint</Application>
  <PresentationFormat>On-screen Show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Playfair Display</vt:lpstr>
      <vt:lpstr>Source Sans Pro</vt:lpstr>
      <vt:lpstr>Arial</vt:lpstr>
      <vt:lpstr>Poppins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Fahira Waviv</cp:lastModifiedBy>
  <cp:revision>5</cp:revision>
  <dcterms:modified xsi:type="dcterms:W3CDTF">2026-04-05T08:57:06Z</dcterms:modified>
</cp:coreProperties>
</file>