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embeddedFontLst>
    <p:embeddedFont>
      <p:font typeface="Playfair Display" panose="00000500000000000000" pitchFamily="2" charset="0"/>
      <p:regular r:id="rId4"/>
      <p:bold r:id="rId5"/>
      <p:italic r:id="rId6"/>
      <p:boldItalic r:id="rId7"/>
    </p:embeddedFont>
    <p:embeddedFont>
      <p:font typeface="Poppins" panose="00000500000000000000" pitchFamily="2" charset="0"/>
      <p:regular r:id="rId8"/>
      <p:bold r:id="rId9"/>
      <p:italic r:id="rId10"/>
      <p:boldItalic r:id="rId11"/>
    </p:embeddedFont>
    <p:embeddedFont>
      <p:font typeface="Source Sans Pro" panose="020B0503030403020204" pitchFamily="34" charset="0"/>
      <p:regular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1579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heme" Target="theme/theme1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8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a453b61031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a453b61031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992767"/>
            <a:ext cx="8520600" cy="2736900"/>
          </a:xfrm>
          <a:prstGeom prst="rect">
            <a:avLst/>
          </a:prstGeom>
        </p:spPr>
        <p:txBody>
          <a:bodyPr spcFirstLastPara="1" wrap="square" lIns="30150" tIns="30150" rIns="30150" bIns="3015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1pPr>
            <a:lvl2pPr lvl="1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2pPr>
            <a:lvl3pPr lvl="2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3pPr>
            <a:lvl4pPr lvl="3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4pPr>
            <a:lvl5pPr lvl="4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5pPr>
            <a:lvl6pPr lvl="5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6pPr>
            <a:lvl7pPr lvl="6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7pPr>
            <a:lvl8pPr lvl="7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8pPr>
            <a:lvl9pPr lvl="8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778833"/>
            <a:ext cx="8520600" cy="10569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867800"/>
            <a:ext cx="8520600" cy="11223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1pPr>
            <a:lvl2pPr lvl="1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2pPr>
            <a:lvl3pPr lvl="2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3pPr>
            <a:lvl4pPr lvl="3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4pPr>
            <a:lvl5pPr lvl="4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5pPr>
            <a:lvl6pPr lvl="5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6pPr>
            <a:lvl7pPr lvl="6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7pPr>
            <a:lvl8pPr lvl="7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8pPr>
            <a:lvl9pPr lvl="8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1pPr>
            <a:lvl2pPr lvl="1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2pPr>
            <a:lvl3pPr lvl="2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3pPr>
            <a:lvl4pPr lvl="3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4pPr>
            <a:lvl5pPr lvl="4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5pPr>
            <a:lvl6pPr lvl="5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6pPr>
            <a:lvl7pPr lvl="6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7pPr>
            <a:lvl8pPr lvl="7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8pPr>
            <a:lvl9pPr lvl="8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marL="457200" lvl="0" indent="-354270">
              <a:spcBef>
                <a:spcPts val="0"/>
              </a:spcBef>
              <a:spcAft>
                <a:spcPts val="0"/>
              </a:spcAft>
              <a:buSzPts val="1979"/>
              <a:buChar char="●"/>
              <a:defRPr sz="1979"/>
            </a:lvl1pPr>
            <a:lvl2pPr marL="914400" lvl="1" indent="-327042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2pPr>
            <a:lvl3pPr marL="1371600" lvl="2" indent="-327041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3pPr>
            <a:lvl4pPr marL="1828800" lvl="3" indent="-327041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4pPr>
            <a:lvl5pPr marL="2286000" lvl="4" indent="-327041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5pPr>
            <a:lvl6pPr marL="2743200" lvl="5" indent="-327041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6pPr>
            <a:lvl7pPr marL="3200400" lvl="6" indent="-327041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7pPr>
            <a:lvl8pPr marL="3657600" lvl="7" indent="-327042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8pPr>
            <a:lvl9pPr marL="4114800" lvl="8" indent="-327042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1pPr>
            <a:lvl2pPr lvl="1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2pPr>
            <a:lvl3pPr lvl="2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3pPr>
            <a:lvl4pPr lvl="3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4pPr>
            <a:lvl5pPr lvl="4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5pPr>
            <a:lvl6pPr lvl="5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6pPr>
            <a:lvl7pPr lvl="6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7pPr>
            <a:lvl8pPr lvl="7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8pPr>
            <a:lvl9pPr lvl="8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marL="457200" lvl="0" indent="-327042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1pPr>
            <a:lvl2pPr marL="914400" lvl="1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2pPr>
            <a:lvl3pPr marL="1371600" lvl="2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3pPr>
            <a:lvl4pPr marL="1828800" lvl="3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4pPr>
            <a:lvl5pPr marL="2286000" lvl="4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5pPr>
            <a:lvl6pPr marL="2743200" lvl="5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6pPr>
            <a:lvl7pPr marL="3200400" lvl="6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7pPr>
            <a:lvl8pPr marL="3657600" lvl="7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8pPr>
            <a:lvl9pPr marL="4114800" lvl="8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marL="457200" lvl="0" indent="-327042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1pPr>
            <a:lvl2pPr marL="914400" lvl="1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2pPr>
            <a:lvl3pPr marL="1371600" lvl="2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3pPr>
            <a:lvl4pPr marL="1828800" lvl="3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4pPr>
            <a:lvl5pPr marL="2286000" lvl="4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5pPr>
            <a:lvl6pPr marL="2743200" lvl="5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6pPr>
            <a:lvl7pPr marL="3200400" lvl="6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7pPr>
            <a:lvl8pPr marL="3657600" lvl="7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8pPr>
            <a:lvl9pPr marL="4114800" lvl="8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1pPr>
            <a:lvl2pPr lvl="1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2pPr>
            <a:lvl3pPr lvl="2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3pPr>
            <a:lvl4pPr lvl="3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4pPr>
            <a:lvl5pPr lvl="4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5pPr>
            <a:lvl6pPr lvl="5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6pPr>
            <a:lvl7pPr lvl="6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7pPr>
            <a:lvl8pPr lvl="7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8pPr>
            <a:lvl9pPr lvl="8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30150" tIns="30150" rIns="30150" bIns="30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1pPr>
            <a:lvl2pPr lvl="1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2pPr>
            <a:lvl3pPr lvl="2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3pPr>
            <a:lvl4pPr lvl="3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4pPr>
            <a:lvl5pPr lvl="4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5pPr>
            <a:lvl6pPr lvl="5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6pPr>
            <a:lvl7pPr lvl="6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7pPr>
            <a:lvl8pPr lvl="7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8pPr>
            <a:lvl9pPr lvl="8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marL="457200" lvl="0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1pPr>
            <a:lvl2pPr marL="914400" lvl="1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2pPr>
            <a:lvl3pPr marL="1371600" lvl="2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3pPr>
            <a:lvl4pPr marL="1828800" lvl="3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4pPr>
            <a:lvl5pPr marL="2286000" lvl="4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5pPr>
            <a:lvl6pPr marL="2743200" lvl="5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6pPr>
            <a:lvl7pPr marL="3200400" lvl="6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7pPr>
            <a:lvl8pPr marL="3657600" lvl="7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8pPr>
            <a:lvl9pPr marL="4114800" lvl="8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6367800" cy="54543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1pPr>
            <a:lvl2pPr lvl="1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2pPr>
            <a:lvl3pPr lvl="2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3pPr>
            <a:lvl4pPr lvl="3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4pPr>
            <a:lvl5pPr lvl="4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5pPr>
            <a:lvl6pPr lvl="5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6pPr>
            <a:lvl7pPr lvl="6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7pPr>
            <a:lvl8pPr lvl="7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8pPr>
            <a:lvl9pPr lvl="8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67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01250" tIns="101250" rIns="101250" bIns="1012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644233"/>
            <a:ext cx="4045200" cy="1976400"/>
          </a:xfrm>
          <a:prstGeom prst="rect">
            <a:avLst/>
          </a:prstGeom>
        </p:spPr>
        <p:txBody>
          <a:bodyPr spcFirstLastPara="1" wrap="square" lIns="30150" tIns="30150" rIns="30150" bIns="3015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1pPr>
            <a:lvl2pPr lvl="1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2pPr>
            <a:lvl3pPr lvl="2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3pPr>
            <a:lvl4pPr lvl="3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4pPr>
            <a:lvl5pPr lvl="4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5pPr>
            <a:lvl6pPr lvl="5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6pPr>
            <a:lvl7pPr lvl="6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7pPr>
            <a:lvl8pPr lvl="7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8pPr>
            <a:lvl9pPr lvl="8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3737433"/>
            <a:ext cx="4045200" cy="16467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965433"/>
            <a:ext cx="3837000" cy="49269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marL="457200" lvl="0" indent="-354270">
              <a:spcBef>
                <a:spcPts val="0"/>
              </a:spcBef>
              <a:spcAft>
                <a:spcPts val="0"/>
              </a:spcAft>
              <a:buSzPts val="1979"/>
              <a:buChar char="●"/>
              <a:defRPr sz="1979"/>
            </a:lvl1pPr>
            <a:lvl2pPr marL="914400" lvl="1" indent="-327042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2pPr>
            <a:lvl3pPr marL="1371600" lvl="2" indent="-327041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3pPr>
            <a:lvl4pPr marL="1828800" lvl="3" indent="-327041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4pPr>
            <a:lvl5pPr marL="2286000" lvl="4" indent="-327041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5pPr>
            <a:lvl6pPr marL="2743200" lvl="5" indent="-327041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6pPr>
            <a:lvl7pPr marL="3200400" lvl="6" indent="-327041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7pPr>
            <a:lvl8pPr marL="3657600" lvl="7" indent="-327042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8pPr>
            <a:lvl9pPr marL="4114800" lvl="8" indent="-327042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5640767"/>
            <a:ext cx="5998800" cy="806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79"/>
              <a:buNone/>
              <a:defRPr sz="1979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474833"/>
            <a:ext cx="8520600" cy="2618100"/>
          </a:xfrm>
          <a:prstGeom prst="rect">
            <a:avLst/>
          </a:prstGeom>
        </p:spPr>
        <p:txBody>
          <a:bodyPr spcFirstLastPara="1" wrap="square" lIns="30150" tIns="30150" rIns="30150" bIns="3015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1pPr>
            <a:lvl2pPr lvl="1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2pPr>
            <a:lvl3pPr lvl="2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3pPr>
            <a:lvl4pPr lvl="3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4pPr>
            <a:lvl5pPr lvl="4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5pPr>
            <a:lvl6pPr lvl="5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6pPr>
            <a:lvl7pPr lvl="6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7pPr>
            <a:lvl8pPr lvl="7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8pPr>
            <a:lvl9pPr lvl="8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4202967"/>
            <a:ext cx="8520600" cy="17343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marL="457200" lvl="0" indent="-354270" algn="ctr">
              <a:spcBef>
                <a:spcPts val="0"/>
              </a:spcBef>
              <a:spcAft>
                <a:spcPts val="0"/>
              </a:spcAft>
              <a:buSzPts val="1979"/>
              <a:buChar char="●"/>
              <a:defRPr sz="1979"/>
            </a:lvl1pPr>
            <a:lvl2pPr marL="914400" lvl="1" indent="-327042" algn="ctr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2pPr>
            <a:lvl3pPr marL="1371600" lvl="2" indent="-327041" algn="ctr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3pPr>
            <a:lvl4pPr marL="1828800" lvl="3" indent="-327041" algn="ctr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4pPr>
            <a:lvl5pPr marL="2286000" lvl="4" indent="-327041" algn="ctr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5pPr>
            <a:lvl6pPr marL="2743200" lvl="5" indent="-327041" algn="ctr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6pPr>
            <a:lvl7pPr marL="3200400" lvl="6" indent="-327041" algn="ctr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7pPr>
            <a:lvl8pPr marL="3657600" lvl="7" indent="-327042" algn="ctr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8pPr>
            <a:lvl9pPr marL="4114800" lvl="8" indent="-327042" algn="ctr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250" tIns="101250" rIns="101250" bIns="1012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250" tIns="101250" rIns="101250" bIns="101250" anchor="t" anchorCtr="0">
            <a:normAutofit/>
          </a:bodyPr>
          <a:lstStyle>
            <a:lvl1pPr marL="457200" lvl="0" indent="-35427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79"/>
              <a:buChar char="●"/>
              <a:defRPr sz="1979">
                <a:solidFill>
                  <a:schemeClr val="dk2"/>
                </a:solidFill>
              </a:defRPr>
            </a:lvl1pPr>
            <a:lvl2pPr marL="914400" lvl="1" indent="-32704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○"/>
              <a:defRPr sz="1550">
                <a:solidFill>
                  <a:schemeClr val="dk2"/>
                </a:solidFill>
              </a:defRPr>
            </a:lvl2pPr>
            <a:lvl3pPr marL="1371600" lvl="2" indent="-32704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■"/>
              <a:defRPr sz="1550">
                <a:solidFill>
                  <a:schemeClr val="dk2"/>
                </a:solidFill>
              </a:defRPr>
            </a:lvl3pPr>
            <a:lvl4pPr marL="1828800" lvl="3" indent="-32704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●"/>
              <a:defRPr sz="1550">
                <a:solidFill>
                  <a:schemeClr val="dk2"/>
                </a:solidFill>
              </a:defRPr>
            </a:lvl4pPr>
            <a:lvl5pPr marL="2286000" lvl="4" indent="-32704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○"/>
              <a:defRPr sz="1550">
                <a:solidFill>
                  <a:schemeClr val="dk2"/>
                </a:solidFill>
              </a:defRPr>
            </a:lvl5pPr>
            <a:lvl6pPr marL="2743200" lvl="5" indent="-32704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■"/>
              <a:defRPr sz="1550">
                <a:solidFill>
                  <a:schemeClr val="dk2"/>
                </a:solidFill>
              </a:defRPr>
            </a:lvl6pPr>
            <a:lvl7pPr marL="3200400" lvl="6" indent="-32704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●"/>
              <a:defRPr sz="1550">
                <a:solidFill>
                  <a:schemeClr val="dk2"/>
                </a:solidFill>
              </a:defRPr>
            </a:lvl7pPr>
            <a:lvl8pPr marL="3657600" lvl="7" indent="-32704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○"/>
              <a:defRPr sz="1550">
                <a:solidFill>
                  <a:schemeClr val="dk2"/>
                </a:solidFill>
              </a:defRPr>
            </a:lvl8pPr>
            <a:lvl9pPr marL="4114800" lvl="8" indent="-32704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■"/>
              <a:defRPr sz="155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250" tIns="101250" rIns="101250" bIns="101250" anchor="ctr" anchorCtr="0">
            <a:normAutofit/>
          </a:bodyPr>
          <a:lstStyle>
            <a:lvl1pPr lvl="0" algn="r">
              <a:buNone/>
              <a:defRPr sz="1121">
                <a:solidFill>
                  <a:schemeClr val="dk2"/>
                </a:solidFill>
              </a:defRPr>
            </a:lvl1pPr>
            <a:lvl2pPr lvl="1" algn="r">
              <a:buNone/>
              <a:defRPr sz="1121">
                <a:solidFill>
                  <a:schemeClr val="dk2"/>
                </a:solidFill>
              </a:defRPr>
            </a:lvl2pPr>
            <a:lvl3pPr lvl="2" algn="r">
              <a:buNone/>
              <a:defRPr sz="1121">
                <a:solidFill>
                  <a:schemeClr val="dk2"/>
                </a:solidFill>
              </a:defRPr>
            </a:lvl3pPr>
            <a:lvl4pPr lvl="3" algn="r">
              <a:buNone/>
              <a:defRPr sz="1121">
                <a:solidFill>
                  <a:schemeClr val="dk2"/>
                </a:solidFill>
              </a:defRPr>
            </a:lvl4pPr>
            <a:lvl5pPr lvl="4" algn="r">
              <a:buNone/>
              <a:defRPr sz="1121">
                <a:solidFill>
                  <a:schemeClr val="dk2"/>
                </a:solidFill>
              </a:defRPr>
            </a:lvl5pPr>
            <a:lvl6pPr lvl="5" algn="r">
              <a:buNone/>
              <a:defRPr sz="1121">
                <a:solidFill>
                  <a:schemeClr val="dk2"/>
                </a:solidFill>
              </a:defRPr>
            </a:lvl6pPr>
            <a:lvl7pPr lvl="6" algn="r">
              <a:buNone/>
              <a:defRPr sz="1121">
                <a:solidFill>
                  <a:schemeClr val="dk2"/>
                </a:solidFill>
              </a:defRPr>
            </a:lvl7pPr>
            <a:lvl8pPr lvl="7" algn="r">
              <a:buNone/>
              <a:defRPr sz="1121">
                <a:solidFill>
                  <a:schemeClr val="dk2"/>
                </a:solidFill>
              </a:defRPr>
            </a:lvl8pPr>
            <a:lvl9pPr lvl="8" algn="r">
              <a:buNone/>
              <a:defRPr sz="1121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13"/>
          <p:cNvGrpSpPr/>
          <p:nvPr/>
        </p:nvGrpSpPr>
        <p:grpSpPr>
          <a:xfrm>
            <a:off x="-25003" y="0"/>
            <a:ext cx="9194006" cy="6857724"/>
            <a:chOff x="-76932" y="-804"/>
            <a:chExt cx="28289249" cy="19987538"/>
          </a:xfrm>
        </p:grpSpPr>
        <p:pic>
          <p:nvPicPr>
            <p:cNvPr id="55" name="Google Shape;55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76932" y="-804"/>
              <a:ext cx="28289249" cy="1998753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6" name="Google Shape;56;p13"/>
            <p:cNvSpPr/>
            <p:nvPr/>
          </p:nvSpPr>
          <p:spPr>
            <a:xfrm>
              <a:off x="1249425" y="10429875"/>
              <a:ext cx="20809200" cy="2145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30150" tIns="30150" rIns="30150" bIns="3015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62"/>
            </a:p>
          </p:txBody>
        </p:sp>
      </p:grpSp>
      <p:sp>
        <p:nvSpPr>
          <p:cNvPr id="57" name="Google Shape;57;p13"/>
          <p:cNvSpPr txBox="1"/>
          <p:nvPr/>
        </p:nvSpPr>
        <p:spPr>
          <a:xfrm>
            <a:off x="-25" y="3747574"/>
            <a:ext cx="9195300" cy="1145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150" tIns="30150" rIns="30150" bIns="3015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en" dirty="0">
                <a:latin typeface="Poppins"/>
                <a:ea typeface="Poppins"/>
                <a:cs typeface="Poppins"/>
                <a:sym typeface="Poppins"/>
              </a:rPr>
              <a:t>Has Successfully </a:t>
            </a:r>
            <a:r>
              <a:rPr lang="en-ID" dirty="0">
                <a:latin typeface="Poppins"/>
                <a:ea typeface="Poppins"/>
                <a:cs typeface="Poppins"/>
                <a:sym typeface="Poppins"/>
              </a:rPr>
              <a:t>Participated in</a:t>
            </a:r>
            <a:endParaRPr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Poppins"/>
                <a:ea typeface="Poppins"/>
                <a:cs typeface="Poppins"/>
                <a:sym typeface="Poppins"/>
              </a:rPr>
              <a:t>{{JUDUL}}</a:t>
            </a:r>
            <a:endParaRPr sz="20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latin typeface="Poppins"/>
                <a:ea typeface="Poppins"/>
                <a:cs typeface="Poppins"/>
                <a:sym typeface="Poppins"/>
              </a:rPr>
              <a:t>held from {{PELAKSANAAN}}</a:t>
            </a:r>
            <a:endParaRPr sz="13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6202035" y="6341069"/>
            <a:ext cx="2678100" cy="230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150" tIns="30150" rIns="30150" bIns="301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Certificate ID	: {{id}}</a:t>
            </a:r>
            <a:endParaRPr sz="11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cxnSp>
        <p:nvCxnSpPr>
          <p:cNvPr id="61" name="Google Shape;61;p13"/>
          <p:cNvCxnSpPr/>
          <p:nvPr/>
        </p:nvCxnSpPr>
        <p:spPr>
          <a:xfrm>
            <a:off x="293810" y="3429000"/>
            <a:ext cx="8797200" cy="0"/>
          </a:xfrm>
          <a:prstGeom prst="straightConnector1">
            <a:avLst/>
          </a:prstGeom>
          <a:noFill/>
          <a:ln w="754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" name="Google Shape;62;p13"/>
          <p:cNvCxnSpPr/>
          <p:nvPr/>
        </p:nvCxnSpPr>
        <p:spPr>
          <a:xfrm rot="10800000" flipH="1">
            <a:off x="315135" y="3511484"/>
            <a:ext cx="8565000" cy="32100"/>
          </a:xfrm>
          <a:prstGeom prst="straightConnector1">
            <a:avLst/>
          </a:prstGeom>
          <a:noFill/>
          <a:ln w="377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" name="Google Shape;63;p13"/>
          <p:cNvSpPr txBox="1"/>
          <p:nvPr/>
        </p:nvSpPr>
        <p:spPr>
          <a:xfrm>
            <a:off x="-16" y="2792300"/>
            <a:ext cx="9195300" cy="5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150" tIns="30150" rIns="30150" bIns="3015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" sz="3200" b="1" dirty="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{{NAMA}}</a:t>
            </a:r>
            <a:endParaRPr sz="3200" b="1" dirty="0">
              <a:solidFill>
                <a:schemeClr val="dk1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65" name="Google Shape;65;p13"/>
          <p:cNvSpPr/>
          <p:nvPr/>
        </p:nvSpPr>
        <p:spPr>
          <a:xfrm>
            <a:off x="362975" y="6010500"/>
            <a:ext cx="2322000" cy="704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3"/>
          <p:cNvSpPr/>
          <p:nvPr/>
        </p:nvSpPr>
        <p:spPr>
          <a:xfrm>
            <a:off x="3252475" y="5961475"/>
            <a:ext cx="2322000" cy="704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3"/>
          <p:cNvSpPr/>
          <p:nvPr/>
        </p:nvSpPr>
        <p:spPr>
          <a:xfrm>
            <a:off x="362975" y="5320775"/>
            <a:ext cx="5211600" cy="704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" name="Google Shape;68;p13"/>
          <p:cNvCxnSpPr/>
          <p:nvPr/>
        </p:nvCxnSpPr>
        <p:spPr>
          <a:xfrm>
            <a:off x="442425" y="6102425"/>
            <a:ext cx="1804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9" name="Google Shape;69;p13" title="TTD - MUHAMMAD FAHMI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2425" y="5590587"/>
            <a:ext cx="931375" cy="48865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3"/>
          <p:cNvSpPr txBox="1"/>
          <p:nvPr/>
        </p:nvSpPr>
        <p:spPr>
          <a:xfrm>
            <a:off x="350100" y="6102425"/>
            <a:ext cx="18972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dk1"/>
                </a:solidFill>
                <a:highlight>
                  <a:schemeClr val="lt1"/>
                </a:highlight>
                <a:latin typeface="Poppins"/>
                <a:ea typeface="Poppins"/>
                <a:cs typeface="Poppins"/>
                <a:sym typeface="Poppins"/>
              </a:rPr>
              <a:t>Muhammad Fahmi</a:t>
            </a:r>
            <a:endParaRPr sz="1200" b="1" dirty="0">
              <a:solidFill>
                <a:schemeClr val="dk1"/>
              </a:solidFill>
              <a:highlight>
                <a:schemeClr val="lt1"/>
              </a:highlight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highlight>
                  <a:schemeClr val="lt1"/>
                </a:highlight>
                <a:latin typeface="Poppins"/>
                <a:ea typeface="Poppins"/>
                <a:cs typeface="Poppins"/>
                <a:sym typeface="Poppins"/>
              </a:rPr>
              <a:t>Head of Learning</a:t>
            </a:r>
            <a:endParaRPr sz="1200" dirty="0">
              <a:solidFill>
                <a:schemeClr val="dk1"/>
              </a:solidFill>
              <a:highlight>
                <a:schemeClr val="lt1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27</Words>
  <Application>Microsoft Office PowerPoint</Application>
  <PresentationFormat>On-screen Show (4:3)</PresentationFormat>
  <Paragraphs>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Playfair Display</vt:lpstr>
      <vt:lpstr>Source Sans Pro</vt:lpstr>
      <vt:lpstr>Arial</vt:lpstr>
      <vt:lpstr>Poppins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Fahira Waviv</cp:lastModifiedBy>
  <cp:revision>5</cp:revision>
  <dcterms:modified xsi:type="dcterms:W3CDTF">2026-04-05T08:57:06Z</dcterms:modified>
</cp:coreProperties>
</file>