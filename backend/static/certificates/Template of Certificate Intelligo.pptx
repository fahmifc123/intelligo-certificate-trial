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"/>
  </p:notesMasterIdLst>
  <p:sldIdLst>
    <p:sldId id="256" r:id="rId2"/>
  </p:sldIdLst>
  <p:sldSz cx="9144000" cy="6858000" type="screen4x3"/>
  <p:notesSz cx="6858000" cy="9144000"/>
  <p:embeddedFontLst>
    <p:embeddedFont>
      <p:font typeface="Playfair Display" panose="020F0502020204030204" pitchFamily="2" charset="0"/>
      <p:regular r:id="rId4"/>
      <p:bold r:id="rId5"/>
      <p:italic r:id="rId6"/>
      <p:boldItalic r:id="rId7"/>
    </p:embeddedFont>
    <p:embeddedFont>
      <p:font typeface="Plus Jakarta Sans" panose="020B0604020202020204" charset="0"/>
      <p:regular r:id="rId8"/>
      <p:bold r:id="rId9"/>
      <p:italic r:id="rId10"/>
      <p:boldItalic r:id="rId11"/>
    </p:embeddedFont>
    <p:embeddedFont>
      <p:font typeface="Poppins" panose="00000500000000000000" pitchFamily="2" charset="0"/>
      <p:regular r:id="rId12"/>
      <p:bold r:id="rId13"/>
      <p:italic r:id="rId14"/>
      <p:boldItalic r:id="rId15"/>
    </p:embeddedFont>
    <p:embeddedFont>
      <p:font typeface="Source Sans Pro" panose="020B0503030403020204" pitchFamily="34" charset="0"/>
      <p:regular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1579" y="5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font" Target="fonts/font10.fntdata"/><Relationship Id="rId18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font" Target="fonts/font9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3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font" Target="fonts/font12.fntdata"/><Relationship Id="rId10" Type="http://schemas.openxmlformats.org/officeDocument/2006/relationships/font" Target="fonts/font7.fntdata"/><Relationship Id="rId19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308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a453b61031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a453b61031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992767"/>
            <a:ext cx="8520600" cy="2736900"/>
          </a:xfrm>
          <a:prstGeom prst="rect">
            <a:avLst/>
          </a:prstGeom>
        </p:spPr>
        <p:txBody>
          <a:bodyPr spcFirstLastPara="1" wrap="square" lIns="30150" tIns="30150" rIns="30150" bIns="3015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772"/>
              <a:buNone/>
              <a:defRPr sz="5772"/>
            </a:lvl1pPr>
            <a:lvl2pPr lvl="1" algn="ctr">
              <a:spcBef>
                <a:spcPts val="0"/>
              </a:spcBef>
              <a:spcAft>
                <a:spcPts val="0"/>
              </a:spcAft>
              <a:buSzPts val="5772"/>
              <a:buNone/>
              <a:defRPr sz="5772"/>
            </a:lvl2pPr>
            <a:lvl3pPr lvl="2" algn="ctr">
              <a:spcBef>
                <a:spcPts val="0"/>
              </a:spcBef>
              <a:spcAft>
                <a:spcPts val="0"/>
              </a:spcAft>
              <a:buSzPts val="5772"/>
              <a:buNone/>
              <a:defRPr sz="5772"/>
            </a:lvl3pPr>
            <a:lvl4pPr lvl="3" algn="ctr">
              <a:spcBef>
                <a:spcPts val="0"/>
              </a:spcBef>
              <a:spcAft>
                <a:spcPts val="0"/>
              </a:spcAft>
              <a:buSzPts val="5772"/>
              <a:buNone/>
              <a:defRPr sz="5772"/>
            </a:lvl4pPr>
            <a:lvl5pPr lvl="4" algn="ctr">
              <a:spcBef>
                <a:spcPts val="0"/>
              </a:spcBef>
              <a:spcAft>
                <a:spcPts val="0"/>
              </a:spcAft>
              <a:buSzPts val="5772"/>
              <a:buNone/>
              <a:defRPr sz="5772"/>
            </a:lvl5pPr>
            <a:lvl6pPr lvl="5" algn="ctr">
              <a:spcBef>
                <a:spcPts val="0"/>
              </a:spcBef>
              <a:spcAft>
                <a:spcPts val="0"/>
              </a:spcAft>
              <a:buSzPts val="5772"/>
              <a:buNone/>
              <a:defRPr sz="5772"/>
            </a:lvl6pPr>
            <a:lvl7pPr lvl="6" algn="ctr">
              <a:spcBef>
                <a:spcPts val="0"/>
              </a:spcBef>
              <a:spcAft>
                <a:spcPts val="0"/>
              </a:spcAft>
              <a:buSzPts val="5772"/>
              <a:buNone/>
              <a:defRPr sz="5772"/>
            </a:lvl7pPr>
            <a:lvl8pPr lvl="7" algn="ctr">
              <a:spcBef>
                <a:spcPts val="0"/>
              </a:spcBef>
              <a:spcAft>
                <a:spcPts val="0"/>
              </a:spcAft>
              <a:buSzPts val="5772"/>
              <a:buNone/>
              <a:defRPr sz="5772"/>
            </a:lvl8pPr>
            <a:lvl9pPr lvl="8" algn="ctr">
              <a:spcBef>
                <a:spcPts val="0"/>
              </a:spcBef>
              <a:spcAft>
                <a:spcPts val="0"/>
              </a:spcAft>
              <a:buSzPts val="5772"/>
              <a:buNone/>
              <a:defRPr sz="5772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778833"/>
            <a:ext cx="8520600" cy="1056900"/>
          </a:xfrm>
          <a:prstGeom prst="rect">
            <a:avLst/>
          </a:prstGeom>
        </p:spPr>
        <p:txBody>
          <a:bodyPr spcFirstLastPara="1" wrap="square" lIns="30150" tIns="30150" rIns="30150" bIns="3015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30150" tIns="30150" rIns="30150" bIns="30150" anchor="ctr" anchorCtr="0">
            <a:normAutofit/>
          </a:bodyPr>
          <a:lstStyle>
            <a:lvl1pPr lvl="0">
              <a:buNone/>
              <a:defRPr sz="1121"/>
            </a:lvl1pPr>
            <a:lvl2pPr lvl="1">
              <a:buNone/>
              <a:defRPr sz="1121"/>
            </a:lvl2pPr>
            <a:lvl3pPr lvl="2">
              <a:buNone/>
              <a:defRPr sz="1121"/>
            </a:lvl3pPr>
            <a:lvl4pPr lvl="3">
              <a:buNone/>
              <a:defRPr sz="1121"/>
            </a:lvl4pPr>
            <a:lvl5pPr lvl="4">
              <a:buNone/>
              <a:defRPr sz="1121"/>
            </a:lvl5pPr>
            <a:lvl6pPr lvl="5">
              <a:buNone/>
              <a:defRPr sz="1121"/>
            </a:lvl6pPr>
            <a:lvl7pPr lvl="6">
              <a:buNone/>
              <a:defRPr sz="1121"/>
            </a:lvl7pPr>
            <a:lvl8pPr lvl="7">
              <a:buNone/>
              <a:defRPr sz="1121"/>
            </a:lvl8pPr>
            <a:lvl9pPr lvl="8">
              <a:buNone/>
              <a:defRPr sz="112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867800"/>
            <a:ext cx="8520600" cy="1122300"/>
          </a:xfrm>
          <a:prstGeom prst="rect">
            <a:avLst/>
          </a:prstGeom>
        </p:spPr>
        <p:txBody>
          <a:bodyPr spcFirstLastPara="1" wrap="square" lIns="30150" tIns="30150" rIns="30150" bIns="3015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991"/>
              <a:buNone/>
              <a:defRPr sz="3991"/>
            </a:lvl1pPr>
            <a:lvl2pPr lvl="1" algn="ctr">
              <a:spcBef>
                <a:spcPts val="0"/>
              </a:spcBef>
              <a:spcAft>
                <a:spcPts val="0"/>
              </a:spcAft>
              <a:buSzPts val="3991"/>
              <a:buNone/>
              <a:defRPr sz="3991"/>
            </a:lvl2pPr>
            <a:lvl3pPr lvl="2" algn="ctr">
              <a:spcBef>
                <a:spcPts val="0"/>
              </a:spcBef>
              <a:spcAft>
                <a:spcPts val="0"/>
              </a:spcAft>
              <a:buSzPts val="3991"/>
              <a:buNone/>
              <a:defRPr sz="3991"/>
            </a:lvl3pPr>
            <a:lvl4pPr lvl="3" algn="ctr">
              <a:spcBef>
                <a:spcPts val="0"/>
              </a:spcBef>
              <a:spcAft>
                <a:spcPts val="0"/>
              </a:spcAft>
              <a:buSzPts val="3991"/>
              <a:buNone/>
              <a:defRPr sz="3991"/>
            </a:lvl4pPr>
            <a:lvl5pPr lvl="4" algn="ctr">
              <a:spcBef>
                <a:spcPts val="0"/>
              </a:spcBef>
              <a:spcAft>
                <a:spcPts val="0"/>
              </a:spcAft>
              <a:buSzPts val="3991"/>
              <a:buNone/>
              <a:defRPr sz="3991"/>
            </a:lvl5pPr>
            <a:lvl6pPr lvl="5" algn="ctr">
              <a:spcBef>
                <a:spcPts val="0"/>
              </a:spcBef>
              <a:spcAft>
                <a:spcPts val="0"/>
              </a:spcAft>
              <a:buSzPts val="3991"/>
              <a:buNone/>
              <a:defRPr sz="3991"/>
            </a:lvl6pPr>
            <a:lvl7pPr lvl="6" algn="ctr">
              <a:spcBef>
                <a:spcPts val="0"/>
              </a:spcBef>
              <a:spcAft>
                <a:spcPts val="0"/>
              </a:spcAft>
              <a:buSzPts val="3991"/>
              <a:buNone/>
              <a:defRPr sz="3991"/>
            </a:lvl7pPr>
            <a:lvl8pPr lvl="7" algn="ctr">
              <a:spcBef>
                <a:spcPts val="0"/>
              </a:spcBef>
              <a:spcAft>
                <a:spcPts val="0"/>
              </a:spcAft>
              <a:buSzPts val="3991"/>
              <a:buNone/>
              <a:defRPr sz="3991"/>
            </a:lvl8pPr>
            <a:lvl9pPr lvl="8" algn="ctr">
              <a:spcBef>
                <a:spcPts val="0"/>
              </a:spcBef>
              <a:spcAft>
                <a:spcPts val="0"/>
              </a:spcAft>
              <a:buSzPts val="3991"/>
              <a:buNone/>
              <a:defRPr sz="3991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30150" tIns="30150" rIns="30150" bIns="30150" anchor="ctr" anchorCtr="0">
            <a:normAutofit/>
          </a:bodyPr>
          <a:lstStyle>
            <a:lvl1pPr lvl="0">
              <a:buNone/>
              <a:defRPr sz="1121"/>
            </a:lvl1pPr>
            <a:lvl2pPr lvl="1">
              <a:buNone/>
              <a:defRPr sz="1121"/>
            </a:lvl2pPr>
            <a:lvl3pPr lvl="2">
              <a:buNone/>
              <a:defRPr sz="1121"/>
            </a:lvl3pPr>
            <a:lvl4pPr lvl="3">
              <a:buNone/>
              <a:defRPr sz="1121"/>
            </a:lvl4pPr>
            <a:lvl5pPr lvl="4">
              <a:buNone/>
              <a:defRPr sz="1121"/>
            </a:lvl5pPr>
            <a:lvl6pPr lvl="5">
              <a:buNone/>
              <a:defRPr sz="1121"/>
            </a:lvl6pPr>
            <a:lvl7pPr lvl="6">
              <a:buNone/>
              <a:defRPr sz="1121"/>
            </a:lvl7pPr>
            <a:lvl8pPr lvl="7">
              <a:buNone/>
              <a:defRPr sz="1121"/>
            </a:lvl8pPr>
            <a:lvl9pPr lvl="8">
              <a:buNone/>
              <a:defRPr sz="112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30150" tIns="30150" rIns="30150" bIns="30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1pPr>
            <a:lvl2pPr lvl="1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2pPr>
            <a:lvl3pPr lvl="2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3pPr>
            <a:lvl4pPr lvl="3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4pPr>
            <a:lvl5pPr lvl="4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5pPr>
            <a:lvl6pPr lvl="5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6pPr>
            <a:lvl7pPr lvl="6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7pPr>
            <a:lvl8pPr lvl="7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8pPr>
            <a:lvl9pPr lvl="8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spcFirstLastPara="1" wrap="square" lIns="30150" tIns="30150" rIns="30150" bIns="30150" anchor="t" anchorCtr="0">
            <a:normAutofit/>
          </a:bodyPr>
          <a:lstStyle>
            <a:lvl1pPr marL="457200" lvl="0" indent="-354270">
              <a:spcBef>
                <a:spcPts val="0"/>
              </a:spcBef>
              <a:spcAft>
                <a:spcPts val="0"/>
              </a:spcAft>
              <a:buSzPts val="1979"/>
              <a:buChar char="●"/>
              <a:defRPr sz="1979"/>
            </a:lvl1pPr>
            <a:lvl2pPr marL="914400" lvl="1" indent="-327042">
              <a:spcBef>
                <a:spcPts val="0"/>
              </a:spcBef>
              <a:spcAft>
                <a:spcPts val="0"/>
              </a:spcAft>
              <a:buSzPts val="1550"/>
              <a:buChar char="○"/>
              <a:defRPr sz="1550"/>
            </a:lvl2pPr>
            <a:lvl3pPr marL="1371600" lvl="2" indent="-327041">
              <a:spcBef>
                <a:spcPts val="0"/>
              </a:spcBef>
              <a:spcAft>
                <a:spcPts val="0"/>
              </a:spcAft>
              <a:buSzPts val="1550"/>
              <a:buChar char="■"/>
              <a:defRPr sz="1550"/>
            </a:lvl3pPr>
            <a:lvl4pPr marL="1828800" lvl="3" indent="-327041">
              <a:spcBef>
                <a:spcPts val="0"/>
              </a:spcBef>
              <a:spcAft>
                <a:spcPts val="0"/>
              </a:spcAft>
              <a:buSzPts val="1550"/>
              <a:buChar char="●"/>
              <a:defRPr sz="1550"/>
            </a:lvl4pPr>
            <a:lvl5pPr marL="2286000" lvl="4" indent="-327041">
              <a:spcBef>
                <a:spcPts val="0"/>
              </a:spcBef>
              <a:spcAft>
                <a:spcPts val="0"/>
              </a:spcAft>
              <a:buSzPts val="1550"/>
              <a:buChar char="○"/>
              <a:defRPr sz="1550"/>
            </a:lvl5pPr>
            <a:lvl6pPr marL="2743200" lvl="5" indent="-327041">
              <a:spcBef>
                <a:spcPts val="0"/>
              </a:spcBef>
              <a:spcAft>
                <a:spcPts val="0"/>
              </a:spcAft>
              <a:buSzPts val="1550"/>
              <a:buChar char="■"/>
              <a:defRPr sz="1550"/>
            </a:lvl6pPr>
            <a:lvl7pPr marL="3200400" lvl="6" indent="-327041">
              <a:spcBef>
                <a:spcPts val="0"/>
              </a:spcBef>
              <a:spcAft>
                <a:spcPts val="0"/>
              </a:spcAft>
              <a:buSzPts val="1550"/>
              <a:buChar char="●"/>
              <a:defRPr sz="1550"/>
            </a:lvl7pPr>
            <a:lvl8pPr marL="3657600" lvl="7" indent="-327042">
              <a:spcBef>
                <a:spcPts val="0"/>
              </a:spcBef>
              <a:spcAft>
                <a:spcPts val="0"/>
              </a:spcAft>
              <a:buSzPts val="1550"/>
              <a:buChar char="○"/>
              <a:defRPr sz="1550"/>
            </a:lvl8pPr>
            <a:lvl9pPr marL="4114800" lvl="8" indent="-327042">
              <a:spcBef>
                <a:spcPts val="0"/>
              </a:spcBef>
              <a:spcAft>
                <a:spcPts val="0"/>
              </a:spcAft>
              <a:buSzPts val="1550"/>
              <a:buChar char="■"/>
              <a:defRPr sz="1550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30150" tIns="30150" rIns="30150" bIns="30150" anchor="ctr" anchorCtr="0">
            <a:normAutofit/>
          </a:bodyPr>
          <a:lstStyle>
            <a:lvl1pPr lvl="0">
              <a:buNone/>
              <a:defRPr sz="1121"/>
            </a:lvl1pPr>
            <a:lvl2pPr lvl="1">
              <a:buNone/>
              <a:defRPr sz="1121"/>
            </a:lvl2pPr>
            <a:lvl3pPr lvl="2">
              <a:buNone/>
              <a:defRPr sz="1121"/>
            </a:lvl3pPr>
            <a:lvl4pPr lvl="3">
              <a:buNone/>
              <a:defRPr sz="1121"/>
            </a:lvl4pPr>
            <a:lvl5pPr lvl="4">
              <a:buNone/>
              <a:defRPr sz="1121"/>
            </a:lvl5pPr>
            <a:lvl6pPr lvl="5">
              <a:buNone/>
              <a:defRPr sz="1121"/>
            </a:lvl6pPr>
            <a:lvl7pPr lvl="6">
              <a:buNone/>
              <a:defRPr sz="1121"/>
            </a:lvl7pPr>
            <a:lvl8pPr lvl="7">
              <a:buNone/>
              <a:defRPr sz="1121"/>
            </a:lvl8pPr>
            <a:lvl9pPr lvl="8">
              <a:buNone/>
              <a:defRPr sz="112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30150" tIns="30150" rIns="30150" bIns="30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1pPr>
            <a:lvl2pPr lvl="1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2pPr>
            <a:lvl3pPr lvl="2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3pPr>
            <a:lvl4pPr lvl="3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4pPr>
            <a:lvl5pPr lvl="4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5pPr>
            <a:lvl6pPr lvl="5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6pPr>
            <a:lvl7pPr lvl="6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7pPr>
            <a:lvl8pPr lvl="7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8pPr>
            <a:lvl9pPr lvl="8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3999900" cy="4555200"/>
          </a:xfrm>
          <a:prstGeom prst="rect">
            <a:avLst/>
          </a:prstGeom>
        </p:spPr>
        <p:txBody>
          <a:bodyPr spcFirstLastPara="1" wrap="square" lIns="30150" tIns="30150" rIns="30150" bIns="30150" anchor="t" anchorCtr="0">
            <a:normAutofit/>
          </a:bodyPr>
          <a:lstStyle>
            <a:lvl1pPr marL="457200" lvl="0" indent="-327042">
              <a:spcBef>
                <a:spcPts val="0"/>
              </a:spcBef>
              <a:spcAft>
                <a:spcPts val="0"/>
              </a:spcAft>
              <a:buSzPts val="1550"/>
              <a:buChar char="●"/>
              <a:defRPr sz="1550"/>
            </a:lvl1pPr>
            <a:lvl2pPr marL="914400" lvl="1" indent="-312380">
              <a:spcBef>
                <a:spcPts val="0"/>
              </a:spcBef>
              <a:spcAft>
                <a:spcPts val="0"/>
              </a:spcAft>
              <a:buSzPts val="1319"/>
              <a:buChar char="○"/>
              <a:defRPr sz="1319"/>
            </a:lvl2pPr>
            <a:lvl3pPr marL="1371600" lvl="2" indent="-312380">
              <a:spcBef>
                <a:spcPts val="0"/>
              </a:spcBef>
              <a:spcAft>
                <a:spcPts val="0"/>
              </a:spcAft>
              <a:buSzPts val="1319"/>
              <a:buChar char="■"/>
              <a:defRPr sz="1319"/>
            </a:lvl3pPr>
            <a:lvl4pPr marL="1828800" lvl="3" indent="-312380">
              <a:spcBef>
                <a:spcPts val="0"/>
              </a:spcBef>
              <a:spcAft>
                <a:spcPts val="0"/>
              </a:spcAft>
              <a:buSzPts val="1319"/>
              <a:buChar char="●"/>
              <a:defRPr sz="1319"/>
            </a:lvl4pPr>
            <a:lvl5pPr marL="2286000" lvl="4" indent="-312380">
              <a:spcBef>
                <a:spcPts val="0"/>
              </a:spcBef>
              <a:spcAft>
                <a:spcPts val="0"/>
              </a:spcAft>
              <a:buSzPts val="1319"/>
              <a:buChar char="○"/>
              <a:defRPr sz="1319"/>
            </a:lvl5pPr>
            <a:lvl6pPr marL="2743200" lvl="5" indent="-312380">
              <a:spcBef>
                <a:spcPts val="0"/>
              </a:spcBef>
              <a:spcAft>
                <a:spcPts val="0"/>
              </a:spcAft>
              <a:buSzPts val="1319"/>
              <a:buChar char="■"/>
              <a:defRPr sz="1319"/>
            </a:lvl6pPr>
            <a:lvl7pPr marL="3200400" lvl="6" indent="-312380">
              <a:spcBef>
                <a:spcPts val="0"/>
              </a:spcBef>
              <a:spcAft>
                <a:spcPts val="0"/>
              </a:spcAft>
              <a:buSzPts val="1319"/>
              <a:buChar char="●"/>
              <a:defRPr sz="1319"/>
            </a:lvl7pPr>
            <a:lvl8pPr marL="3657600" lvl="7" indent="-312380">
              <a:spcBef>
                <a:spcPts val="0"/>
              </a:spcBef>
              <a:spcAft>
                <a:spcPts val="0"/>
              </a:spcAft>
              <a:buSzPts val="1319"/>
              <a:buChar char="○"/>
              <a:defRPr sz="1319"/>
            </a:lvl8pPr>
            <a:lvl9pPr marL="4114800" lvl="8" indent="-312380">
              <a:spcBef>
                <a:spcPts val="0"/>
              </a:spcBef>
              <a:spcAft>
                <a:spcPts val="0"/>
              </a:spcAft>
              <a:buSzPts val="1319"/>
              <a:buChar char="■"/>
              <a:defRPr sz="1319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536633"/>
            <a:ext cx="3999900" cy="4555200"/>
          </a:xfrm>
          <a:prstGeom prst="rect">
            <a:avLst/>
          </a:prstGeom>
        </p:spPr>
        <p:txBody>
          <a:bodyPr spcFirstLastPara="1" wrap="square" lIns="30150" tIns="30150" rIns="30150" bIns="30150" anchor="t" anchorCtr="0">
            <a:normAutofit/>
          </a:bodyPr>
          <a:lstStyle>
            <a:lvl1pPr marL="457200" lvl="0" indent="-327042">
              <a:spcBef>
                <a:spcPts val="0"/>
              </a:spcBef>
              <a:spcAft>
                <a:spcPts val="0"/>
              </a:spcAft>
              <a:buSzPts val="1550"/>
              <a:buChar char="●"/>
              <a:defRPr sz="1550"/>
            </a:lvl1pPr>
            <a:lvl2pPr marL="914400" lvl="1" indent="-312380">
              <a:spcBef>
                <a:spcPts val="0"/>
              </a:spcBef>
              <a:spcAft>
                <a:spcPts val="0"/>
              </a:spcAft>
              <a:buSzPts val="1319"/>
              <a:buChar char="○"/>
              <a:defRPr sz="1319"/>
            </a:lvl2pPr>
            <a:lvl3pPr marL="1371600" lvl="2" indent="-312380">
              <a:spcBef>
                <a:spcPts val="0"/>
              </a:spcBef>
              <a:spcAft>
                <a:spcPts val="0"/>
              </a:spcAft>
              <a:buSzPts val="1319"/>
              <a:buChar char="■"/>
              <a:defRPr sz="1319"/>
            </a:lvl3pPr>
            <a:lvl4pPr marL="1828800" lvl="3" indent="-312380">
              <a:spcBef>
                <a:spcPts val="0"/>
              </a:spcBef>
              <a:spcAft>
                <a:spcPts val="0"/>
              </a:spcAft>
              <a:buSzPts val="1319"/>
              <a:buChar char="●"/>
              <a:defRPr sz="1319"/>
            </a:lvl4pPr>
            <a:lvl5pPr marL="2286000" lvl="4" indent="-312380">
              <a:spcBef>
                <a:spcPts val="0"/>
              </a:spcBef>
              <a:spcAft>
                <a:spcPts val="0"/>
              </a:spcAft>
              <a:buSzPts val="1319"/>
              <a:buChar char="○"/>
              <a:defRPr sz="1319"/>
            </a:lvl5pPr>
            <a:lvl6pPr marL="2743200" lvl="5" indent="-312380">
              <a:spcBef>
                <a:spcPts val="0"/>
              </a:spcBef>
              <a:spcAft>
                <a:spcPts val="0"/>
              </a:spcAft>
              <a:buSzPts val="1319"/>
              <a:buChar char="■"/>
              <a:defRPr sz="1319"/>
            </a:lvl6pPr>
            <a:lvl7pPr marL="3200400" lvl="6" indent="-312380">
              <a:spcBef>
                <a:spcPts val="0"/>
              </a:spcBef>
              <a:spcAft>
                <a:spcPts val="0"/>
              </a:spcAft>
              <a:buSzPts val="1319"/>
              <a:buChar char="●"/>
              <a:defRPr sz="1319"/>
            </a:lvl7pPr>
            <a:lvl8pPr marL="3657600" lvl="7" indent="-312380">
              <a:spcBef>
                <a:spcPts val="0"/>
              </a:spcBef>
              <a:spcAft>
                <a:spcPts val="0"/>
              </a:spcAft>
              <a:buSzPts val="1319"/>
              <a:buChar char="○"/>
              <a:defRPr sz="1319"/>
            </a:lvl8pPr>
            <a:lvl9pPr marL="4114800" lvl="8" indent="-312380">
              <a:spcBef>
                <a:spcPts val="0"/>
              </a:spcBef>
              <a:spcAft>
                <a:spcPts val="0"/>
              </a:spcAft>
              <a:buSzPts val="1319"/>
              <a:buChar char="■"/>
              <a:defRPr sz="1319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30150" tIns="30150" rIns="30150" bIns="30150" anchor="ctr" anchorCtr="0">
            <a:normAutofit/>
          </a:bodyPr>
          <a:lstStyle>
            <a:lvl1pPr lvl="0">
              <a:buNone/>
              <a:defRPr sz="1121"/>
            </a:lvl1pPr>
            <a:lvl2pPr lvl="1">
              <a:buNone/>
              <a:defRPr sz="1121"/>
            </a:lvl2pPr>
            <a:lvl3pPr lvl="2">
              <a:buNone/>
              <a:defRPr sz="1121"/>
            </a:lvl3pPr>
            <a:lvl4pPr lvl="3">
              <a:buNone/>
              <a:defRPr sz="1121"/>
            </a:lvl4pPr>
            <a:lvl5pPr lvl="4">
              <a:buNone/>
              <a:defRPr sz="1121"/>
            </a:lvl5pPr>
            <a:lvl6pPr lvl="5">
              <a:buNone/>
              <a:defRPr sz="1121"/>
            </a:lvl6pPr>
            <a:lvl7pPr lvl="6">
              <a:buNone/>
              <a:defRPr sz="1121"/>
            </a:lvl7pPr>
            <a:lvl8pPr lvl="7">
              <a:buNone/>
              <a:defRPr sz="1121"/>
            </a:lvl8pPr>
            <a:lvl9pPr lvl="8">
              <a:buNone/>
              <a:defRPr sz="112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30150" tIns="30150" rIns="30150" bIns="30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1pPr>
            <a:lvl2pPr lvl="1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2pPr>
            <a:lvl3pPr lvl="2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3pPr>
            <a:lvl4pPr lvl="3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4pPr>
            <a:lvl5pPr lvl="4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5pPr>
            <a:lvl6pPr lvl="5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6pPr>
            <a:lvl7pPr lvl="6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7pPr>
            <a:lvl8pPr lvl="7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8pPr>
            <a:lvl9pPr lvl="8">
              <a:spcBef>
                <a:spcPts val="0"/>
              </a:spcBef>
              <a:spcAft>
                <a:spcPts val="0"/>
              </a:spcAft>
              <a:buSzPts val="3101"/>
              <a:buNone/>
              <a:defRPr sz="3101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30150" tIns="30150" rIns="30150" bIns="30150" anchor="ctr" anchorCtr="0">
            <a:normAutofit/>
          </a:bodyPr>
          <a:lstStyle>
            <a:lvl1pPr lvl="0">
              <a:buNone/>
              <a:defRPr sz="1121"/>
            </a:lvl1pPr>
            <a:lvl2pPr lvl="1">
              <a:buNone/>
              <a:defRPr sz="1121"/>
            </a:lvl2pPr>
            <a:lvl3pPr lvl="2">
              <a:buNone/>
              <a:defRPr sz="1121"/>
            </a:lvl3pPr>
            <a:lvl4pPr lvl="3">
              <a:buNone/>
              <a:defRPr sz="1121"/>
            </a:lvl4pPr>
            <a:lvl5pPr lvl="4">
              <a:buNone/>
              <a:defRPr sz="1121"/>
            </a:lvl5pPr>
            <a:lvl6pPr lvl="5">
              <a:buNone/>
              <a:defRPr sz="1121"/>
            </a:lvl6pPr>
            <a:lvl7pPr lvl="6">
              <a:buNone/>
              <a:defRPr sz="1121"/>
            </a:lvl7pPr>
            <a:lvl8pPr lvl="7">
              <a:buNone/>
              <a:defRPr sz="1121"/>
            </a:lvl8pPr>
            <a:lvl9pPr lvl="8">
              <a:buNone/>
              <a:defRPr sz="112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spcFirstLastPara="1" wrap="square" lIns="30150" tIns="30150" rIns="30150" bIns="30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72"/>
              <a:buNone/>
              <a:defRPr sz="2672"/>
            </a:lvl1pPr>
            <a:lvl2pPr lvl="1">
              <a:spcBef>
                <a:spcPts val="0"/>
              </a:spcBef>
              <a:spcAft>
                <a:spcPts val="0"/>
              </a:spcAft>
              <a:buSzPts val="2672"/>
              <a:buNone/>
              <a:defRPr sz="2672"/>
            </a:lvl2pPr>
            <a:lvl3pPr lvl="2">
              <a:spcBef>
                <a:spcPts val="0"/>
              </a:spcBef>
              <a:spcAft>
                <a:spcPts val="0"/>
              </a:spcAft>
              <a:buSzPts val="2672"/>
              <a:buNone/>
              <a:defRPr sz="2672"/>
            </a:lvl3pPr>
            <a:lvl4pPr lvl="3">
              <a:spcBef>
                <a:spcPts val="0"/>
              </a:spcBef>
              <a:spcAft>
                <a:spcPts val="0"/>
              </a:spcAft>
              <a:buSzPts val="2672"/>
              <a:buNone/>
              <a:defRPr sz="2672"/>
            </a:lvl4pPr>
            <a:lvl5pPr lvl="4">
              <a:spcBef>
                <a:spcPts val="0"/>
              </a:spcBef>
              <a:spcAft>
                <a:spcPts val="0"/>
              </a:spcAft>
              <a:buSzPts val="2672"/>
              <a:buNone/>
              <a:defRPr sz="2672"/>
            </a:lvl5pPr>
            <a:lvl6pPr lvl="5">
              <a:spcBef>
                <a:spcPts val="0"/>
              </a:spcBef>
              <a:spcAft>
                <a:spcPts val="0"/>
              </a:spcAft>
              <a:buSzPts val="2672"/>
              <a:buNone/>
              <a:defRPr sz="2672"/>
            </a:lvl6pPr>
            <a:lvl7pPr lvl="6">
              <a:spcBef>
                <a:spcPts val="0"/>
              </a:spcBef>
              <a:spcAft>
                <a:spcPts val="0"/>
              </a:spcAft>
              <a:buSzPts val="2672"/>
              <a:buNone/>
              <a:defRPr sz="2672"/>
            </a:lvl7pPr>
            <a:lvl8pPr lvl="7">
              <a:spcBef>
                <a:spcPts val="0"/>
              </a:spcBef>
              <a:spcAft>
                <a:spcPts val="0"/>
              </a:spcAft>
              <a:buSzPts val="2672"/>
              <a:buNone/>
              <a:defRPr sz="2672"/>
            </a:lvl8pPr>
            <a:lvl9pPr lvl="8">
              <a:spcBef>
                <a:spcPts val="0"/>
              </a:spcBef>
              <a:spcAft>
                <a:spcPts val="0"/>
              </a:spcAft>
              <a:buSzPts val="2672"/>
              <a:buNone/>
              <a:defRPr sz="2672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852800"/>
            <a:ext cx="2808000" cy="4239300"/>
          </a:xfrm>
          <a:prstGeom prst="rect">
            <a:avLst/>
          </a:prstGeom>
        </p:spPr>
        <p:txBody>
          <a:bodyPr spcFirstLastPara="1" wrap="square" lIns="30150" tIns="30150" rIns="30150" bIns="30150" anchor="t" anchorCtr="0">
            <a:normAutofit/>
          </a:bodyPr>
          <a:lstStyle>
            <a:lvl1pPr marL="457200" lvl="0" indent="-312380">
              <a:spcBef>
                <a:spcPts val="0"/>
              </a:spcBef>
              <a:spcAft>
                <a:spcPts val="0"/>
              </a:spcAft>
              <a:buSzPts val="1319"/>
              <a:buChar char="●"/>
              <a:defRPr sz="1319"/>
            </a:lvl1pPr>
            <a:lvl2pPr marL="914400" lvl="1" indent="-312380">
              <a:spcBef>
                <a:spcPts val="0"/>
              </a:spcBef>
              <a:spcAft>
                <a:spcPts val="0"/>
              </a:spcAft>
              <a:buSzPts val="1319"/>
              <a:buChar char="○"/>
              <a:defRPr sz="1319"/>
            </a:lvl2pPr>
            <a:lvl3pPr marL="1371600" lvl="2" indent="-312380">
              <a:spcBef>
                <a:spcPts val="0"/>
              </a:spcBef>
              <a:spcAft>
                <a:spcPts val="0"/>
              </a:spcAft>
              <a:buSzPts val="1319"/>
              <a:buChar char="■"/>
              <a:defRPr sz="1319"/>
            </a:lvl3pPr>
            <a:lvl4pPr marL="1828800" lvl="3" indent="-312380">
              <a:spcBef>
                <a:spcPts val="0"/>
              </a:spcBef>
              <a:spcAft>
                <a:spcPts val="0"/>
              </a:spcAft>
              <a:buSzPts val="1319"/>
              <a:buChar char="●"/>
              <a:defRPr sz="1319"/>
            </a:lvl4pPr>
            <a:lvl5pPr marL="2286000" lvl="4" indent="-312380">
              <a:spcBef>
                <a:spcPts val="0"/>
              </a:spcBef>
              <a:spcAft>
                <a:spcPts val="0"/>
              </a:spcAft>
              <a:buSzPts val="1319"/>
              <a:buChar char="○"/>
              <a:defRPr sz="1319"/>
            </a:lvl5pPr>
            <a:lvl6pPr marL="2743200" lvl="5" indent="-312380">
              <a:spcBef>
                <a:spcPts val="0"/>
              </a:spcBef>
              <a:spcAft>
                <a:spcPts val="0"/>
              </a:spcAft>
              <a:buSzPts val="1319"/>
              <a:buChar char="■"/>
              <a:defRPr sz="1319"/>
            </a:lvl6pPr>
            <a:lvl7pPr marL="3200400" lvl="6" indent="-312380">
              <a:spcBef>
                <a:spcPts val="0"/>
              </a:spcBef>
              <a:spcAft>
                <a:spcPts val="0"/>
              </a:spcAft>
              <a:buSzPts val="1319"/>
              <a:buChar char="●"/>
              <a:defRPr sz="1319"/>
            </a:lvl7pPr>
            <a:lvl8pPr marL="3657600" lvl="7" indent="-312380">
              <a:spcBef>
                <a:spcPts val="0"/>
              </a:spcBef>
              <a:spcAft>
                <a:spcPts val="0"/>
              </a:spcAft>
              <a:buSzPts val="1319"/>
              <a:buChar char="○"/>
              <a:defRPr sz="1319"/>
            </a:lvl8pPr>
            <a:lvl9pPr marL="4114800" lvl="8" indent="-312380">
              <a:spcBef>
                <a:spcPts val="0"/>
              </a:spcBef>
              <a:spcAft>
                <a:spcPts val="0"/>
              </a:spcAft>
              <a:buSzPts val="1319"/>
              <a:buChar char="■"/>
              <a:defRPr sz="1319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30150" tIns="30150" rIns="30150" bIns="30150" anchor="ctr" anchorCtr="0">
            <a:normAutofit/>
          </a:bodyPr>
          <a:lstStyle>
            <a:lvl1pPr lvl="0">
              <a:buNone/>
              <a:defRPr sz="1121"/>
            </a:lvl1pPr>
            <a:lvl2pPr lvl="1">
              <a:buNone/>
              <a:defRPr sz="1121"/>
            </a:lvl2pPr>
            <a:lvl3pPr lvl="2">
              <a:buNone/>
              <a:defRPr sz="1121"/>
            </a:lvl3pPr>
            <a:lvl4pPr lvl="3">
              <a:buNone/>
              <a:defRPr sz="1121"/>
            </a:lvl4pPr>
            <a:lvl5pPr lvl="4">
              <a:buNone/>
              <a:defRPr sz="1121"/>
            </a:lvl5pPr>
            <a:lvl6pPr lvl="5">
              <a:buNone/>
              <a:defRPr sz="1121"/>
            </a:lvl6pPr>
            <a:lvl7pPr lvl="6">
              <a:buNone/>
              <a:defRPr sz="1121"/>
            </a:lvl7pPr>
            <a:lvl8pPr lvl="7">
              <a:buNone/>
              <a:defRPr sz="1121"/>
            </a:lvl8pPr>
            <a:lvl9pPr lvl="8">
              <a:buNone/>
              <a:defRPr sz="112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600200"/>
            <a:ext cx="6367800" cy="5454300"/>
          </a:xfrm>
          <a:prstGeom prst="rect">
            <a:avLst/>
          </a:prstGeom>
        </p:spPr>
        <p:txBody>
          <a:bodyPr spcFirstLastPara="1" wrap="square" lIns="30150" tIns="30150" rIns="30150" bIns="3015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310"/>
              <a:buNone/>
              <a:defRPr sz="5310"/>
            </a:lvl1pPr>
            <a:lvl2pPr lvl="1">
              <a:spcBef>
                <a:spcPts val="0"/>
              </a:spcBef>
              <a:spcAft>
                <a:spcPts val="0"/>
              </a:spcAft>
              <a:buSzPts val="5310"/>
              <a:buNone/>
              <a:defRPr sz="5310"/>
            </a:lvl2pPr>
            <a:lvl3pPr lvl="2">
              <a:spcBef>
                <a:spcPts val="0"/>
              </a:spcBef>
              <a:spcAft>
                <a:spcPts val="0"/>
              </a:spcAft>
              <a:buSzPts val="5310"/>
              <a:buNone/>
              <a:defRPr sz="5310"/>
            </a:lvl3pPr>
            <a:lvl4pPr lvl="3">
              <a:spcBef>
                <a:spcPts val="0"/>
              </a:spcBef>
              <a:spcAft>
                <a:spcPts val="0"/>
              </a:spcAft>
              <a:buSzPts val="5310"/>
              <a:buNone/>
              <a:defRPr sz="5310"/>
            </a:lvl4pPr>
            <a:lvl5pPr lvl="4">
              <a:spcBef>
                <a:spcPts val="0"/>
              </a:spcBef>
              <a:spcAft>
                <a:spcPts val="0"/>
              </a:spcAft>
              <a:buSzPts val="5310"/>
              <a:buNone/>
              <a:defRPr sz="5310"/>
            </a:lvl5pPr>
            <a:lvl6pPr lvl="5">
              <a:spcBef>
                <a:spcPts val="0"/>
              </a:spcBef>
              <a:spcAft>
                <a:spcPts val="0"/>
              </a:spcAft>
              <a:buSzPts val="5310"/>
              <a:buNone/>
              <a:defRPr sz="5310"/>
            </a:lvl6pPr>
            <a:lvl7pPr lvl="6">
              <a:spcBef>
                <a:spcPts val="0"/>
              </a:spcBef>
              <a:spcAft>
                <a:spcPts val="0"/>
              </a:spcAft>
              <a:buSzPts val="5310"/>
              <a:buNone/>
              <a:defRPr sz="5310"/>
            </a:lvl7pPr>
            <a:lvl8pPr lvl="7">
              <a:spcBef>
                <a:spcPts val="0"/>
              </a:spcBef>
              <a:spcAft>
                <a:spcPts val="0"/>
              </a:spcAft>
              <a:buSzPts val="5310"/>
              <a:buNone/>
              <a:defRPr sz="5310"/>
            </a:lvl8pPr>
            <a:lvl9pPr lvl="8">
              <a:spcBef>
                <a:spcPts val="0"/>
              </a:spcBef>
              <a:spcAft>
                <a:spcPts val="0"/>
              </a:spcAft>
              <a:buSzPts val="5310"/>
              <a:buNone/>
              <a:defRPr sz="531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30150" tIns="30150" rIns="30150" bIns="30150" anchor="ctr" anchorCtr="0">
            <a:normAutofit/>
          </a:bodyPr>
          <a:lstStyle>
            <a:lvl1pPr lvl="0">
              <a:buNone/>
              <a:defRPr sz="1121"/>
            </a:lvl1pPr>
            <a:lvl2pPr lvl="1">
              <a:buNone/>
              <a:defRPr sz="1121"/>
            </a:lvl2pPr>
            <a:lvl3pPr lvl="2">
              <a:buNone/>
              <a:defRPr sz="1121"/>
            </a:lvl3pPr>
            <a:lvl4pPr lvl="3">
              <a:buNone/>
              <a:defRPr sz="1121"/>
            </a:lvl4pPr>
            <a:lvl5pPr lvl="4">
              <a:buNone/>
              <a:defRPr sz="1121"/>
            </a:lvl5pPr>
            <a:lvl6pPr lvl="5">
              <a:buNone/>
              <a:defRPr sz="1121"/>
            </a:lvl6pPr>
            <a:lvl7pPr lvl="6">
              <a:buNone/>
              <a:defRPr sz="1121"/>
            </a:lvl7pPr>
            <a:lvl8pPr lvl="7">
              <a:buNone/>
              <a:defRPr sz="1121"/>
            </a:lvl8pPr>
            <a:lvl9pPr lvl="8">
              <a:buNone/>
              <a:defRPr sz="112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67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01250" tIns="101250" rIns="101250" bIns="1012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644233"/>
            <a:ext cx="4045200" cy="1976400"/>
          </a:xfrm>
          <a:prstGeom prst="rect">
            <a:avLst/>
          </a:prstGeom>
        </p:spPr>
        <p:txBody>
          <a:bodyPr spcFirstLastPara="1" wrap="square" lIns="30150" tIns="30150" rIns="30150" bIns="3015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51"/>
              <a:buNone/>
              <a:defRPr sz="4651"/>
            </a:lvl1pPr>
            <a:lvl2pPr lvl="1" algn="ctr">
              <a:spcBef>
                <a:spcPts val="0"/>
              </a:spcBef>
              <a:spcAft>
                <a:spcPts val="0"/>
              </a:spcAft>
              <a:buSzPts val="4651"/>
              <a:buNone/>
              <a:defRPr sz="4651"/>
            </a:lvl2pPr>
            <a:lvl3pPr lvl="2" algn="ctr">
              <a:spcBef>
                <a:spcPts val="0"/>
              </a:spcBef>
              <a:spcAft>
                <a:spcPts val="0"/>
              </a:spcAft>
              <a:buSzPts val="4651"/>
              <a:buNone/>
              <a:defRPr sz="4651"/>
            </a:lvl3pPr>
            <a:lvl4pPr lvl="3" algn="ctr">
              <a:spcBef>
                <a:spcPts val="0"/>
              </a:spcBef>
              <a:spcAft>
                <a:spcPts val="0"/>
              </a:spcAft>
              <a:buSzPts val="4651"/>
              <a:buNone/>
              <a:defRPr sz="4651"/>
            </a:lvl4pPr>
            <a:lvl5pPr lvl="4" algn="ctr">
              <a:spcBef>
                <a:spcPts val="0"/>
              </a:spcBef>
              <a:spcAft>
                <a:spcPts val="0"/>
              </a:spcAft>
              <a:buSzPts val="4651"/>
              <a:buNone/>
              <a:defRPr sz="4651"/>
            </a:lvl5pPr>
            <a:lvl6pPr lvl="5" algn="ctr">
              <a:spcBef>
                <a:spcPts val="0"/>
              </a:spcBef>
              <a:spcAft>
                <a:spcPts val="0"/>
              </a:spcAft>
              <a:buSzPts val="4651"/>
              <a:buNone/>
              <a:defRPr sz="4651"/>
            </a:lvl6pPr>
            <a:lvl7pPr lvl="6" algn="ctr">
              <a:spcBef>
                <a:spcPts val="0"/>
              </a:spcBef>
              <a:spcAft>
                <a:spcPts val="0"/>
              </a:spcAft>
              <a:buSzPts val="4651"/>
              <a:buNone/>
              <a:defRPr sz="4651"/>
            </a:lvl7pPr>
            <a:lvl8pPr lvl="7" algn="ctr">
              <a:spcBef>
                <a:spcPts val="0"/>
              </a:spcBef>
              <a:spcAft>
                <a:spcPts val="0"/>
              </a:spcAft>
              <a:buSzPts val="4651"/>
              <a:buNone/>
              <a:defRPr sz="4651"/>
            </a:lvl8pPr>
            <a:lvl9pPr lvl="8" algn="ctr">
              <a:spcBef>
                <a:spcPts val="0"/>
              </a:spcBef>
              <a:spcAft>
                <a:spcPts val="0"/>
              </a:spcAft>
              <a:buSzPts val="4651"/>
              <a:buNone/>
              <a:defRPr sz="4651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3737433"/>
            <a:ext cx="4045200" cy="1646700"/>
          </a:xfrm>
          <a:prstGeom prst="rect">
            <a:avLst/>
          </a:prstGeom>
        </p:spPr>
        <p:txBody>
          <a:bodyPr spcFirstLastPara="1" wrap="square" lIns="30150" tIns="30150" rIns="30150" bIns="3015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2"/>
              <a:buNone/>
              <a:defRPr sz="2342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2"/>
              <a:buNone/>
              <a:defRPr sz="2342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2"/>
              <a:buNone/>
              <a:defRPr sz="2342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2"/>
              <a:buNone/>
              <a:defRPr sz="2342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2"/>
              <a:buNone/>
              <a:defRPr sz="2342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2"/>
              <a:buNone/>
              <a:defRPr sz="2342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2"/>
              <a:buNone/>
              <a:defRPr sz="2342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2"/>
              <a:buNone/>
              <a:defRPr sz="2342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2"/>
              <a:buNone/>
              <a:defRPr sz="2342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965433"/>
            <a:ext cx="3837000" cy="4926900"/>
          </a:xfrm>
          <a:prstGeom prst="rect">
            <a:avLst/>
          </a:prstGeom>
        </p:spPr>
        <p:txBody>
          <a:bodyPr spcFirstLastPara="1" wrap="square" lIns="30150" tIns="30150" rIns="30150" bIns="30150" anchor="ctr" anchorCtr="0">
            <a:normAutofit/>
          </a:bodyPr>
          <a:lstStyle>
            <a:lvl1pPr marL="457200" lvl="0" indent="-354270">
              <a:spcBef>
                <a:spcPts val="0"/>
              </a:spcBef>
              <a:spcAft>
                <a:spcPts val="0"/>
              </a:spcAft>
              <a:buSzPts val="1979"/>
              <a:buChar char="●"/>
              <a:defRPr sz="1979"/>
            </a:lvl1pPr>
            <a:lvl2pPr marL="914400" lvl="1" indent="-327042">
              <a:spcBef>
                <a:spcPts val="0"/>
              </a:spcBef>
              <a:spcAft>
                <a:spcPts val="0"/>
              </a:spcAft>
              <a:buSzPts val="1550"/>
              <a:buChar char="○"/>
              <a:defRPr sz="1550"/>
            </a:lvl2pPr>
            <a:lvl3pPr marL="1371600" lvl="2" indent="-327041">
              <a:spcBef>
                <a:spcPts val="0"/>
              </a:spcBef>
              <a:spcAft>
                <a:spcPts val="0"/>
              </a:spcAft>
              <a:buSzPts val="1550"/>
              <a:buChar char="■"/>
              <a:defRPr sz="1550"/>
            </a:lvl3pPr>
            <a:lvl4pPr marL="1828800" lvl="3" indent="-327041">
              <a:spcBef>
                <a:spcPts val="0"/>
              </a:spcBef>
              <a:spcAft>
                <a:spcPts val="0"/>
              </a:spcAft>
              <a:buSzPts val="1550"/>
              <a:buChar char="●"/>
              <a:defRPr sz="1550"/>
            </a:lvl4pPr>
            <a:lvl5pPr marL="2286000" lvl="4" indent="-327041">
              <a:spcBef>
                <a:spcPts val="0"/>
              </a:spcBef>
              <a:spcAft>
                <a:spcPts val="0"/>
              </a:spcAft>
              <a:buSzPts val="1550"/>
              <a:buChar char="○"/>
              <a:defRPr sz="1550"/>
            </a:lvl5pPr>
            <a:lvl6pPr marL="2743200" lvl="5" indent="-327041">
              <a:spcBef>
                <a:spcPts val="0"/>
              </a:spcBef>
              <a:spcAft>
                <a:spcPts val="0"/>
              </a:spcAft>
              <a:buSzPts val="1550"/>
              <a:buChar char="■"/>
              <a:defRPr sz="1550"/>
            </a:lvl6pPr>
            <a:lvl7pPr marL="3200400" lvl="6" indent="-327041">
              <a:spcBef>
                <a:spcPts val="0"/>
              </a:spcBef>
              <a:spcAft>
                <a:spcPts val="0"/>
              </a:spcAft>
              <a:buSzPts val="1550"/>
              <a:buChar char="●"/>
              <a:defRPr sz="1550"/>
            </a:lvl7pPr>
            <a:lvl8pPr marL="3657600" lvl="7" indent="-327042">
              <a:spcBef>
                <a:spcPts val="0"/>
              </a:spcBef>
              <a:spcAft>
                <a:spcPts val="0"/>
              </a:spcAft>
              <a:buSzPts val="1550"/>
              <a:buChar char="○"/>
              <a:defRPr sz="1550"/>
            </a:lvl8pPr>
            <a:lvl9pPr marL="4114800" lvl="8" indent="-327042">
              <a:spcBef>
                <a:spcPts val="0"/>
              </a:spcBef>
              <a:spcAft>
                <a:spcPts val="0"/>
              </a:spcAft>
              <a:buSzPts val="1550"/>
              <a:buChar char="■"/>
              <a:defRPr sz="155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30150" tIns="30150" rIns="30150" bIns="30150" anchor="ctr" anchorCtr="0">
            <a:normAutofit/>
          </a:bodyPr>
          <a:lstStyle>
            <a:lvl1pPr lvl="0">
              <a:buNone/>
              <a:defRPr sz="1121"/>
            </a:lvl1pPr>
            <a:lvl2pPr lvl="1">
              <a:buNone/>
              <a:defRPr sz="1121"/>
            </a:lvl2pPr>
            <a:lvl3pPr lvl="2">
              <a:buNone/>
              <a:defRPr sz="1121"/>
            </a:lvl3pPr>
            <a:lvl4pPr lvl="3">
              <a:buNone/>
              <a:defRPr sz="1121"/>
            </a:lvl4pPr>
            <a:lvl5pPr lvl="4">
              <a:buNone/>
              <a:defRPr sz="1121"/>
            </a:lvl5pPr>
            <a:lvl6pPr lvl="5">
              <a:buNone/>
              <a:defRPr sz="1121"/>
            </a:lvl6pPr>
            <a:lvl7pPr lvl="6">
              <a:buNone/>
              <a:defRPr sz="1121"/>
            </a:lvl7pPr>
            <a:lvl8pPr lvl="7">
              <a:buNone/>
              <a:defRPr sz="1121"/>
            </a:lvl8pPr>
            <a:lvl9pPr lvl="8">
              <a:buNone/>
              <a:defRPr sz="112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5640767"/>
            <a:ext cx="5998800" cy="806700"/>
          </a:xfrm>
          <a:prstGeom prst="rect">
            <a:avLst/>
          </a:prstGeom>
        </p:spPr>
        <p:txBody>
          <a:bodyPr spcFirstLastPara="1" wrap="square" lIns="30150" tIns="30150" rIns="30150" bIns="3015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79"/>
              <a:buNone/>
              <a:defRPr sz="1979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30150" tIns="30150" rIns="30150" bIns="30150" anchor="ctr" anchorCtr="0">
            <a:normAutofit/>
          </a:bodyPr>
          <a:lstStyle>
            <a:lvl1pPr lvl="0">
              <a:buNone/>
              <a:defRPr sz="1121"/>
            </a:lvl1pPr>
            <a:lvl2pPr lvl="1">
              <a:buNone/>
              <a:defRPr sz="1121"/>
            </a:lvl2pPr>
            <a:lvl3pPr lvl="2">
              <a:buNone/>
              <a:defRPr sz="1121"/>
            </a:lvl3pPr>
            <a:lvl4pPr lvl="3">
              <a:buNone/>
              <a:defRPr sz="1121"/>
            </a:lvl4pPr>
            <a:lvl5pPr lvl="4">
              <a:buNone/>
              <a:defRPr sz="1121"/>
            </a:lvl5pPr>
            <a:lvl6pPr lvl="5">
              <a:buNone/>
              <a:defRPr sz="1121"/>
            </a:lvl6pPr>
            <a:lvl7pPr lvl="6">
              <a:buNone/>
              <a:defRPr sz="1121"/>
            </a:lvl7pPr>
            <a:lvl8pPr lvl="7">
              <a:buNone/>
              <a:defRPr sz="1121"/>
            </a:lvl8pPr>
            <a:lvl9pPr lvl="8">
              <a:buNone/>
              <a:defRPr sz="112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474833"/>
            <a:ext cx="8520600" cy="2618100"/>
          </a:xfrm>
          <a:prstGeom prst="rect">
            <a:avLst/>
          </a:prstGeom>
        </p:spPr>
        <p:txBody>
          <a:bodyPr spcFirstLastPara="1" wrap="square" lIns="30150" tIns="30150" rIns="30150" bIns="3015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3293"/>
              <a:buNone/>
              <a:defRPr sz="13293"/>
            </a:lvl1pPr>
            <a:lvl2pPr lvl="1" algn="ctr">
              <a:spcBef>
                <a:spcPts val="0"/>
              </a:spcBef>
              <a:spcAft>
                <a:spcPts val="0"/>
              </a:spcAft>
              <a:buSzPts val="13293"/>
              <a:buNone/>
              <a:defRPr sz="13293"/>
            </a:lvl2pPr>
            <a:lvl3pPr lvl="2" algn="ctr">
              <a:spcBef>
                <a:spcPts val="0"/>
              </a:spcBef>
              <a:spcAft>
                <a:spcPts val="0"/>
              </a:spcAft>
              <a:buSzPts val="13293"/>
              <a:buNone/>
              <a:defRPr sz="13293"/>
            </a:lvl3pPr>
            <a:lvl4pPr lvl="3" algn="ctr">
              <a:spcBef>
                <a:spcPts val="0"/>
              </a:spcBef>
              <a:spcAft>
                <a:spcPts val="0"/>
              </a:spcAft>
              <a:buSzPts val="13293"/>
              <a:buNone/>
              <a:defRPr sz="13293"/>
            </a:lvl4pPr>
            <a:lvl5pPr lvl="4" algn="ctr">
              <a:spcBef>
                <a:spcPts val="0"/>
              </a:spcBef>
              <a:spcAft>
                <a:spcPts val="0"/>
              </a:spcAft>
              <a:buSzPts val="13293"/>
              <a:buNone/>
              <a:defRPr sz="13293"/>
            </a:lvl5pPr>
            <a:lvl6pPr lvl="5" algn="ctr">
              <a:spcBef>
                <a:spcPts val="0"/>
              </a:spcBef>
              <a:spcAft>
                <a:spcPts val="0"/>
              </a:spcAft>
              <a:buSzPts val="13293"/>
              <a:buNone/>
              <a:defRPr sz="13293"/>
            </a:lvl6pPr>
            <a:lvl7pPr lvl="6" algn="ctr">
              <a:spcBef>
                <a:spcPts val="0"/>
              </a:spcBef>
              <a:spcAft>
                <a:spcPts val="0"/>
              </a:spcAft>
              <a:buSzPts val="13293"/>
              <a:buNone/>
              <a:defRPr sz="13293"/>
            </a:lvl7pPr>
            <a:lvl8pPr lvl="7" algn="ctr">
              <a:spcBef>
                <a:spcPts val="0"/>
              </a:spcBef>
              <a:spcAft>
                <a:spcPts val="0"/>
              </a:spcAft>
              <a:buSzPts val="13293"/>
              <a:buNone/>
              <a:defRPr sz="13293"/>
            </a:lvl8pPr>
            <a:lvl9pPr lvl="8" algn="ctr">
              <a:spcBef>
                <a:spcPts val="0"/>
              </a:spcBef>
              <a:spcAft>
                <a:spcPts val="0"/>
              </a:spcAft>
              <a:buSzPts val="13293"/>
              <a:buNone/>
              <a:defRPr sz="13293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4202967"/>
            <a:ext cx="8520600" cy="1734300"/>
          </a:xfrm>
          <a:prstGeom prst="rect">
            <a:avLst/>
          </a:prstGeom>
        </p:spPr>
        <p:txBody>
          <a:bodyPr spcFirstLastPara="1" wrap="square" lIns="30150" tIns="30150" rIns="30150" bIns="30150" anchor="t" anchorCtr="0">
            <a:normAutofit/>
          </a:bodyPr>
          <a:lstStyle>
            <a:lvl1pPr marL="457200" lvl="0" indent="-354270" algn="ctr">
              <a:spcBef>
                <a:spcPts val="0"/>
              </a:spcBef>
              <a:spcAft>
                <a:spcPts val="0"/>
              </a:spcAft>
              <a:buSzPts val="1979"/>
              <a:buChar char="●"/>
              <a:defRPr sz="1979"/>
            </a:lvl1pPr>
            <a:lvl2pPr marL="914400" lvl="1" indent="-327042" algn="ctr">
              <a:spcBef>
                <a:spcPts val="0"/>
              </a:spcBef>
              <a:spcAft>
                <a:spcPts val="0"/>
              </a:spcAft>
              <a:buSzPts val="1550"/>
              <a:buChar char="○"/>
              <a:defRPr sz="1550"/>
            </a:lvl2pPr>
            <a:lvl3pPr marL="1371600" lvl="2" indent="-327041" algn="ctr">
              <a:spcBef>
                <a:spcPts val="0"/>
              </a:spcBef>
              <a:spcAft>
                <a:spcPts val="0"/>
              </a:spcAft>
              <a:buSzPts val="1550"/>
              <a:buChar char="■"/>
              <a:defRPr sz="1550"/>
            </a:lvl3pPr>
            <a:lvl4pPr marL="1828800" lvl="3" indent="-327041" algn="ctr">
              <a:spcBef>
                <a:spcPts val="0"/>
              </a:spcBef>
              <a:spcAft>
                <a:spcPts val="0"/>
              </a:spcAft>
              <a:buSzPts val="1550"/>
              <a:buChar char="●"/>
              <a:defRPr sz="1550"/>
            </a:lvl4pPr>
            <a:lvl5pPr marL="2286000" lvl="4" indent="-327041" algn="ctr">
              <a:spcBef>
                <a:spcPts val="0"/>
              </a:spcBef>
              <a:spcAft>
                <a:spcPts val="0"/>
              </a:spcAft>
              <a:buSzPts val="1550"/>
              <a:buChar char="○"/>
              <a:defRPr sz="1550"/>
            </a:lvl5pPr>
            <a:lvl6pPr marL="2743200" lvl="5" indent="-327041" algn="ctr">
              <a:spcBef>
                <a:spcPts val="0"/>
              </a:spcBef>
              <a:spcAft>
                <a:spcPts val="0"/>
              </a:spcAft>
              <a:buSzPts val="1550"/>
              <a:buChar char="■"/>
              <a:defRPr sz="1550"/>
            </a:lvl6pPr>
            <a:lvl7pPr marL="3200400" lvl="6" indent="-327041" algn="ctr">
              <a:spcBef>
                <a:spcPts val="0"/>
              </a:spcBef>
              <a:spcAft>
                <a:spcPts val="0"/>
              </a:spcAft>
              <a:buSzPts val="1550"/>
              <a:buChar char="●"/>
              <a:defRPr sz="1550"/>
            </a:lvl7pPr>
            <a:lvl8pPr marL="3657600" lvl="7" indent="-327042" algn="ctr">
              <a:spcBef>
                <a:spcPts val="0"/>
              </a:spcBef>
              <a:spcAft>
                <a:spcPts val="0"/>
              </a:spcAft>
              <a:buSzPts val="1550"/>
              <a:buChar char="○"/>
              <a:defRPr sz="1550"/>
            </a:lvl8pPr>
            <a:lvl9pPr marL="4114800" lvl="8" indent="-327042" algn="ctr">
              <a:spcBef>
                <a:spcPts val="0"/>
              </a:spcBef>
              <a:spcAft>
                <a:spcPts val="0"/>
              </a:spcAft>
              <a:buSzPts val="1550"/>
              <a:buChar char="■"/>
              <a:defRPr sz="1550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30150" tIns="30150" rIns="30150" bIns="30150" anchor="ctr" anchorCtr="0">
            <a:normAutofit/>
          </a:bodyPr>
          <a:lstStyle>
            <a:lvl1pPr lvl="0">
              <a:buNone/>
              <a:defRPr sz="1121"/>
            </a:lvl1pPr>
            <a:lvl2pPr lvl="1">
              <a:buNone/>
              <a:defRPr sz="1121"/>
            </a:lvl2pPr>
            <a:lvl3pPr lvl="2">
              <a:buNone/>
              <a:defRPr sz="1121"/>
            </a:lvl3pPr>
            <a:lvl4pPr lvl="3">
              <a:buNone/>
              <a:defRPr sz="1121"/>
            </a:lvl4pPr>
            <a:lvl5pPr lvl="4">
              <a:buNone/>
              <a:defRPr sz="1121"/>
            </a:lvl5pPr>
            <a:lvl6pPr lvl="5">
              <a:buNone/>
              <a:defRPr sz="1121"/>
            </a:lvl6pPr>
            <a:lvl7pPr lvl="6">
              <a:buNone/>
              <a:defRPr sz="1121"/>
            </a:lvl7pPr>
            <a:lvl8pPr lvl="7">
              <a:buNone/>
              <a:defRPr sz="1121"/>
            </a:lvl8pPr>
            <a:lvl9pPr lvl="8">
              <a:buNone/>
              <a:defRPr sz="112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30150" tIns="30150" rIns="30150" bIns="30150" anchor="ctr" anchorCtr="0">
            <a:normAutofit/>
          </a:bodyPr>
          <a:lstStyle>
            <a:lvl1pPr lvl="0">
              <a:buNone/>
              <a:defRPr sz="1121"/>
            </a:lvl1pPr>
            <a:lvl2pPr lvl="1">
              <a:buNone/>
              <a:defRPr sz="1121"/>
            </a:lvl2pPr>
            <a:lvl3pPr lvl="2">
              <a:buNone/>
              <a:defRPr sz="1121"/>
            </a:lvl3pPr>
            <a:lvl4pPr lvl="3">
              <a:buNone/>
              <a:defRPr sz="1121"/>
            </a:lvl4pPr>
            <a:lvl5pPr lvl="4">
              <a:buNone/>
              <a:defRPr sz="1121"/>
            </a:lvl5pPr>
            <a:lvl6pPr lvl="5">
              <a:buNone/>
              <a:defRPr sz="1121"/>
            </a:lvl6pPr>
            <a:lvl7pPr lvl="6">
              <a:buNone/>
              <a:defRPr sz="1121"/>
            </a:lvl7pPr>
            <a:lvl8pPr lvl="7">
              <a:buNone/>
              <a:defRPr sz="1121"/>
            </a:lvl8pPr>
            <a:lvl9pPr lvl="8">
              <a:buNone/>
              <a:defRPr sz="112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250" tIns="101250" rIns="101250" bIns="1012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1"/>
              <a:buNone/>
              <a:defRPr sz="310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1"/>
              <a:buNone/>
              <a:defRPr sz="310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1"/>
              <a:buNone/>
              <a:defRPr sz="310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1"/>
              <a:buNone/>
              <a:defRPr sz="310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1"/>
              <a:buNone/>
              <a:defRPr sz="310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1"/>
              <a:buNone/>
              <a:defRPr sz="310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1"/>
              <a:buNone/>
              <a:defRPr sz="310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1"/>
              <a:buNone/>
              <a:defRPr sz="310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1"/>
              <a:buNone/>
              <a:defRPr sz="310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250" tIns="101250" rIns="101250" bIns="101250" anchor="t" anchorCtr="0">
            <a:normAutofit/>
          </a:bodyPr>
          <a:lstStyle>
            <a:lvl1pPr marL="457200" lvl="0" indent="-35427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79"/>
              <a:buChar char="●"/>
              <a:defRPr sz="1979">
                <a:solidFill>
                  <a:schemeClr val="dk2"/>
                </a:solidFill>
              </a:defRPr>
            </a:lvl1pPr>
            <a:lvl2pPr marL="914400" lvl="1" indent="-32704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Char char="○"/>
              <a:defRPr sz="1550">
                <a:solidFill>
                  <a:schemeClr val="dk2"/>
                </a:solidFill>
              </a:defRPr>
            </a:lvl2pPr>
            <a:lvl3pPr marL="1371600" lvl="2" indent="-32704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Char char="■"/>
              <a:defRPr sz="1550">
                <a:solidFill>
                  <a:schemeClr val="dk2"/>
                </a:solidFill>
              </a:defRPr>
            </a:lvl3pPr>
            <a:lvl4pPr marL="1828800" lvl="3" indent="-32704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Char char="●"/>
              <a:defRPr sz="1550">
                <a:solidFill>
                  <a:schemeClr val="dk2"/>
                </a:solidFill>
              </a:defRPr>
            </a:lvl4pPr>
            <a:lvl5pPr marL="2286000" lvl="4" indent="-32704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Char char="○"/>
              <a:defRPr sz="1550">
                <a:solidFill>
                  <a:schemeClr val="dk2"/>
                </a:solidFill>
              </a:defRPr>
            </a:lvl5pPr>
            <a:lvl6pPr marL="2743200" lvl="5" indent="-32704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Char char="■"/>
              <a:defRPr sz="1550">
                <a:solidFill>
                  <a:schemeClr val="dk2"/>
                </a:solidFill>
              </a:defRPr>
            </a:lvl6pPr>
            <a:lvl7pPr marL="3200400" lvl="6" indent="-32704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Char char="●"/>
              <a:defRPr sz="1550">
                <a:solidFill>
                  <a:schemeClr val="dk2"/>
                </a:solidFill>
              </a:defRPr>
            </a:lvl7pPr>
            <a:lvl8pPr marL="3657600" lvl="7" indent="-32704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Char char="○"/>
              <a:defRPr sz="1550">
                <a:solidFill>
                  <a:schemeClr val="dk2"/>
                </a:solidFill>
              </a:defRPr>
            </a:lvl8pPr>
            <a:lvl9pPr marL="4114800" lvl="8" indent="-32704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50"/>
              <a:buChar char="■"/>
              <a:defRPr sz="155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250" tIns="101250" rIns="101250" bIns="101250" anchor="ctr" anchorCtr="0">
            <a:normAutofit/>
          </a:bodyPr>
          <a:lstStyle>
            <a:lvl1pPr lvl="0" algn="r">
              <a:buNone/>
              <a:defRPr sz="1121">
                <a:solidFill>
                  <a:schemeClr val="dk2"/>
                </a:solidFill>
              </a:defRPr>
            </a:lvl1pPr>
            <a:lvl2pPr lvl="1" algn="r">
              <a:buNone/>
              <a:defRPr sz="1121">
                <a:solidFill>
                  <a:schemeClr val="dk2"/>
                </a:solidFill>
              </a:defRPr>
            </a:lvl2pPr>
            <a:lvl3pPr lvl="2" algn="r">
              <a:buNone/>
              <a:defRPr sz="1121">
                <a:solidFill>
                  <a:schemeClr val="dk2"/>
                </a:solidFill>
              </a:defRPr>
            </a:lvl3pPr>
            <a:lvl4pPr lvl="3" algn="r">
              <a:buNone/>
              <a:defRPr sz="1121">
                <a:solidFill>
                  <a:schemeClr val="dk2"/>
                </a:solidFill>
              </a:defRPr>
            </a:lvl4pPr>
            <a:lvl5pPr lvl="4" algn="r">
              <a:buNone/>
              <a:defRPr sz="1121">
                <a:solidFill>
                  <a:schemeClr val="dk2"/>
                </a:solidFill>
              </a:defRPr>
            </a:lvl5pPr>
            <a:lvl6pPr lvl="5" algn="r">
              <a:buNone/>
              <a:defRPr sz="1121">
                <a:solidFill>
                  <a:schemeClr val="dk2"/>
                </a:solidFill>
              </a:defRPr>
            </a:lvl6pPr>
            <a:lvl7pPr lvl="6" algn="r">
              <a:buNone/>
              <a:defRPr sz="1121">
                <a:solidFill>
                  <a:schemeClr val="dk2"/>
                </a:solidFill>
              </a:defRPr>
            </a:lvl7pPr>
            <a:lvl8pPr lvl="7" algn="r">
              <a:buNone/>
              <a:defRPr sz="1121">
                <a:solidFill>
                  <a:schemeClr val="dk2"/>
                </a:solidFill>
              </a:defRPr>
            </a:lvl8pPr>
            <a:lvl9pPr lvl="8" algn="r">
              <a:buNone/>
              <a:defRPr sz="1121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oogle Shape;54;p13"/>
          <p:cNvGrpSpPr/>
          <p:nvPr/>
        </p:nvGrpSpPr>
        <p:grpSpPr>
          <a:xfrm>
            <a:off x="0" y="523"/>
            <a:ext cx="9194006" cy="6857724"/>
            <a:chOff x="0" y="0"/>
            <a:chExt cx="28289249" cy="19987538"/>
          </a:xfrm>
        </p:grpSpPr>
        <p:pic>
          <p:nvPicPr>
            <p:cNvPr id="55" name="Google Shape;55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28289249" cy="1998753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6" name="Google Shape;56;p13"/>
            <p:cNvSpPr/>
            <p:nvPr/>
          </p:nvSpPr>
          <p:spPr>
            <a:xfrm>
              <a:off x="1249425" y="10429875"/>
              <a:ext cx="20809200" cy="21456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30150" tIns="30150" rIns="30150" bIns="3015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462"/>
            </a:p>
          </p:txBody>
        </p:sp>
      </p:grpSp>
      <p:sp>
        <p:nvSpPr>
          <p:cNvPr id="57" name="Google Shape;57;p13"/>
          <p:cNvSpPr txBox="1"/>
          <p:nvPr/>
        </p:nvSpPr>
        <p:spPr>
          <a:xfrm>
            <a:off x="-25" y="3747574"/>
            <a:ext cx="9195300" cy="1145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0150" tIns="30150" rIns="30150" bIns="30150" anchor="t" anchorCtr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en" dirty="0">
                <a:latin typeface="Poppins"/>
                <a:ea typeface="Poppins"/>
                <a:cs typeface="Poppins"/>
                <a:sym typeface="Poppins"/>
              </a:rPr>
              <a:t>Has Successfully </a:t>
            </a:r>
            <a:r>
              <a:rPr lang="en-ID" dirty="0">
                <a:latin typeface="Poppins"/>
                <a:ea typeface="Poppins"/>
                <a:cs typeface="Poppins"/>
                <a:sym typeface="Poppins"/>
              </a:rPr>
              <a:t>Participated in</a:t>
            </a:r>
            <a:endParaRPr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latin typeface="Poppins"/>
                <a:ea typeface="Poppins"/>
                <a:cs typeface="Poppins"/>
                <a:sym typeface="Poppins"/>
              </a:rPr>
              <a:t>{{JUDUL}}</a:t>
            </a:r>
            <a:endParaRPr sz="2000" b="1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dirty="0">
                <a:latin typeface="Poppins"/>
                <a:ea typeface="Poppins"/>
                <a:cs typeface="Poppins"/>
                <a:sym typeface="Poppins"/>
              </a:rPr>
              <a:t>held from {{PELAKSANAAN}}</a:t>
            </a:r>
            <a:endParaRPr sz="13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6202035" y="6341069"/>
            <a:ext cx="2678100" cy="230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0150" tIns="30150" rIns="30150" bIns="3015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Certificate ID	: {{id}}</a:t>
            </a:r>
            <a:endParaRPr sz="1100" dirty="0"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59" name="Google Shape;59;p13"/>
          <p:cNvSpPr/>
          <p:nvPr/>
        </p:nvSpPr>
        <p:spPr>
          <a:xfrm>
            <a:off x="350109" y="1445626"/>
            <a:ext cx="4363500" cy="532800"/>
          </a:xfrm>
          <a:prstGeom prst="rect">
            <a:avLst/>
          </a:prstGeom>
          <a:solidFill>
            <a:srgbClr val="FF4500"/>
          </a:solidFill>
          <a:ln w="3150" cap="flat" cmpd="sng">
            <a:solidFill>
              <a:srgbClr val="FF45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0150" tIns="30150" rIns="30150" bIns="301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62"/>
          </a:p>
        </p:txBody>
      </p:sp>
      <p:sp>
        <p:nvSpPr>
          <p:cNvPr id="60" name="Google Shape;60;p13"/>
          <p:cNvSpPr txBox="1"/>
          <p:nvPr/>
        </p:nvSpPr>
        <p:spPr>
          <a:xfrm>
            <a:off x="465956" y="1445626"/>
            <a:ext cx="55734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0150" tIns="30150" rIns="30150" bIns="301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166" dirty="0">
                <a:solidFill>
                  <a:schemeClr val="lt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F   PARTICIPANT</a:t>
            </a:r>
            <a:endParaRPr sz="3166" dirty="0">
              <a:solidFill>
                <a:schemeClr val="lt1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cxnSp>
        <p:nvCxnSpPr>
          <p:cNvPr id="61" name="Google Shape;61;p13"/>
          <p:cNvCxnSpPr/>
          <p:nvPr/>
        </p:nvCxnSpPr>
        <p:spPr>
          <a:xfrm>
            <a:off x="293810" y="3429000"/>
            <a:ext cx="8797200" cy="0"/>
          </a:xfrm>
          <a:prstGeom prst="straightConnector1">
            <a:avLst/>
          </a:prstGeom>
          <a:noFill/>
          <a:ln w="754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" name="Google Shape;62;p13"/>
          <p:cNvCxnSpPr/>
          <p:nvPr/>
        </p:nvCxnSpPr>
        <p:spPr>
          <a:xfrm rot="10800000" flipH="1">
            <a:off x="315135" y="3511484"/>
            <a:ext cx="8565000" cy="32100"/>
          </a:xfrm>
          <a:prstGeom prst="straightConnector1">
            <a:avLst/>
          </a:prstGeom>
          <a:noFill/>
          <a:ln w="377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" name="Google Shape;63;p13"/>
          <p:cNvSpPr txBox="1"/>
          <p:nvPr/>
        </p:nvSpPr>
        <p:spPr>
          <a:xfrm>
            <a:off x="-16" y="2792300"/>
            <a:ext cx="9195300" cy="5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0150" tIns="30150" rIns="30150" bIns="3015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" sz="3200" b="1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{{NAMA}}</a:t>
            </a:r>
            <a:endParaRPr sz="3200" b="1">
              <a:solidFill>
                <a:schemeClr val="dk1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pic>
        <p:nvPicPr>
          <p:cNvPr id="64" name="Google Shape;64;p13" title="Intelligo.Id_Main Logo Ver.jpg"/>
          <p:cNvPicPr preferRelativeResize="0"/>
          <p:nvPr/>
        </p:nvPicPr>
        <p:blipFill rotWithShape="1">
          <a:blip r:embed="rId4">
            <a:alphaModFix/>
          </a:blip>
          <a:srcRect l="29680" t="34342" r="30679" b="32989"/>
          <a:stretch/>
        </p:blipFill>
        <p:spPr>
          <a:xfrm>
            <a:off x="7667375" y="1829075"/>
            <a:ext cx="1067827" cy="880026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3"/>
          <p:cNvSpPr/>
          <p:nvPr/>
        </p:nvSpPr>
        <p:spPr>
          <a:xfrm>
            <a:off x="362975" y="6010500"/>
            <a:ext cx="2322000" cy="704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3"/>
          <p:cNvSpPr/>
          <p:nvPr/>
        </p:nvSpPr>
        <p:spPr>
          <a:xfrm>
            <a:off x="3252475" y="5961475"/>
            <a:ext cx="2322000" cy="704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3"/>
          <p:cNvSpPr/>
          <p:nvPr/>
        </p:nvSpPr>
        <p:spPr>
          <a:xfrm>
            <a:off x="362975" y="5320775"/>
            <a:ext cx="5211600" cy="704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8" name="Google Shape;68;p13"/>
          <p:cNvCxnSpPr/>
          <p:nvPr/>
        </p:nvCxnSpPr>
        <p:spPr>
          <a:xfrm>
            <a:off x="442425" y="6102425"/>
            <a:ext cx="18048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9" name="Google Shape;69;p13" title="TTD - MUHAMMAD FAHMI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42425" y="5590587"/>
            <a:ext cx="931375" cy="48865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3"/>
          <p:cNvSpPr txBox="1"/>
          <p:nvPr/>
        </p:nvSpPr>
        <p:spPr>
          <a:xfrm>
            <a:off x="350100" y="6102425"/>
            <a:ext cx="18972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dk1"/>
                </a:solidFill>
                <a:highlight>
                  <a:schemeClr val="lt1"/>
                </a:highlight>
                <a:latin typeface="Poppins"/>
                <a:ea typeface="Poppins"/>
                <a:cs typeface="Poppins"/>
                <a:sym typeface="Poppins"/>
              </a:rPr>
              <a:t>Muhammad Fahmi</a:t>
            </a:r>
            <a:endParaRPr sz="1200" b="1">
              <a:solidFill>
                <a:schemeClr val="dk1"/>
              </a:solidFill>
              <a:highlight>
                <a:schemeClr val="lt1"/>
              </a:highlight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highlight>
                  <a:schemeClr val="lt1"/>
                </a:highlight>
                <a:latin typeface="Poppins"/>
                <a:ea typeface="Poppins"/>
                <a:cs typeface="Poppins"/>
                <a:sym typeface="Poppins"/>
              </a:rPr>
              <a:t>Head of Learning</a:t>
            </a:r>
            <a:endParaRPr sz="1200">
              <a:solidFill>
                <a:schemeClr val="dk1"/>
              </a:solidFill>
              <a:highlight>
                <a:schemeClr val="lt1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</Words>
  <Application>Microsoft Office PowerPoint</Application>
  <PresentationFormat>On-screen Show (4:3)</PresentationFormat>
  <Paragraphs>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Playfair Display</vt:lpstr>
      <vt:lpstr>Poppins</vt:lpstr>
      <vt:lpstr>Plus Jakarta Sans</vt:lpstr>
      <vt:lpstr>Source Sans Pro</vt:lpstr>
      <vt:lpstr>Simple Light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Fahira Waviv</cp:lastModifiedBy>
  <cp:revision>1</cp:revision>
  <dcterms:modified xsi:type="dcterms:W3CDTF">2026-04-03T13:48:29Z</dcterms:modified>
</cp:coreProperties>
</file>